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2" r:id="rId5"/>
    <p:sldMasterId id="214748372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Roboto Black"/>
      <p:bold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Lexend Light"/>
      <p:regular r:id="rId31"/>
      <p:bold r:id="rId32"/>
    </p:embeddedFont>
    <p:embeddedFont>
      <p:font typeface="Lexend Medium"/>
      <p:regular r:id="rId33"/>
      <p:bold r:id="rId34"/>
    </p:embeddedFont>
    <p:embeddedFont>
      <p:font typeface="DM Sans SemiBold"/>
      <p:regular r:id="rId35"/>
      <p:bold r:id="rId36"/>
      <p:italic r:id="rId37"/>
      <p:boldItalic r:id="rId38"/>
    </p:embeddedFont>
    <p:embeddedFont>
      <p:font typeface="Roboto Light"/>
      <p:regular r:id="rId39"/>
      <p:bold r:id="rId40"/>
      <p:italic r:id="rId41"/>
      <p:boldItalic r:id="rId42"/>
    </p:embeddedFont>
    <p:embeddedFont>
      <p:font typeface="Lexend"/>
      <p:regular r:id="rId43"/>
      <p:bold r:id="rId44"/>
    </p:embeddedFont>
    <p:embeddedFont>
      <p:font typeface="Roboto Mono"/>
      <p:regular r:id="rId45"/>
      <p:bold r:id="rId46"/>
      <p:italic r:id="rId47"/>
      <p:boldItalic r:id="rId48"/>
    </p:embeddedFont>
    <p:embeddedFont>
      <p:font typeface="DM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9A11BE-0AAF-4606-97E6-19678EB98741}">
  <a:tblStyle styleId="{BF9A11BE-0AAF-4606-97E6-19678EB987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.fntdata"/><Relationship Id="rId42" Type="http://schemas.openxmlformats.org/officeDocument/2006/relationships/font" Target="fonts/RobotoLight-boldItalic.fntdata"/><Relationship Id="rId41" Type="http://schemas.openxmlformats.org/officeDocument/2006/relationships/font" Target="fonts/RobotoLight-italic.fntdata"/><Relationship Id="rId44" Type="http://schemas.openxmlformats.org/officeDocument/2006/relationships/font" Target="fonts/Lexend-bold.fntdata"/><Relationship Id="rId43" Type="http://schemas.openxmlformats.org/officeDocument/2006/relationships/font" Target="fonts/Lexend-regular.fntdata"/><Relationship Id="rId46" Type="http://schemas.openxmlformats.org/officeDocument/2006/relationships/font" Target="fonts/RobotoMono-bold.fntdata"/><Relationship Id="rId45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RobotoMono-boldItalic.fntdata"/><Relationship Id="rId47" Type="http://schemas.openxmlformats.org/officeDocument/2006/relationships/font" Target="fonts/RobotoMono-italic.fntdata"/><Relationship Id="rId49" Type="http://schemas.openxmlformats.org/officeDocument/2006/relationships/font" Target="fonts/DMSa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exendLight-regular.fntdata"/><Relationship Id="rId30" Type="http://schemas.openxmlformats.org/officeDocument/2006/relationships/font" Target="fonts/Roboto-boldItalic.fntdata"/><Relationship Id="rId33" Type="http://schemas.openxmlformats.org/officeDocument/2006/relationships/font" Target="fonts/LexendMedium-regular.fntdata"/><Relationship Id="rId32" Type="http://schemas.openxmlformats.org/officeDocument/2006/relationships/font" Target="fonts/LexendLight-bold.fntdata"/><Relationship Id="rId35" Type="http://schemas.openxmlformats.org/officeDocument/2006/relationships/font" Target="fonts/DMSansSemiBold-regular.fntdata"/><Relationship Id="rId34" Type="http://schemas.openxmlformats.org/officeDocument/2006/relationships/font" Target="fonts/LexendMedium-bold.fntdata"/><Relationship Id="rId37" Type="http://schemas.openxmlformats.org/officeDocument/2006/relationships/font" Target="fonts/DMSansSemiBold-italic.fntdata"/><Relationship Id="rId36" Type="http://schemas.openxmlformats.org/officeDocument/2006/relationships/font" Target="fonts/DMSansSemiBold-bold.fntdata"/><Relationship Id="rId39" Type="http://schemas.openxmlformats.org/officeDocument/2006/relationships/font" Target="fonts/RobotoLight-regular.fntdata"/><Relationship Id="rId38" Type="http://schemas.openxmlformats.org/officeDocument/2006/relationships/font" Target="fonts/DMSansSemiBold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font" Target="fonts/RobotoBlack-boldItalic.fntdata"/><Relationship Id="rId25" Type="http://schemas.openxmlformats.org/officeDocument/2006/relationships/font" Target="fonts/RobotoBlack-bold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29" Type="http://schemas.openxmlformats.org/officeDocument/2006/relationships/font" Target="fonts/Roboto-italic.fntdata"/><Relationship Id="rId51" Type="http://schemas.openxmlformats.org/officeDocument/2006/relationships/font" Target="fonts/DMSans-italic.fntdata"/><Relationship Id="rId50" Type="http://schemas.openxmlformats.org/officeDocument/2006/relationships/font" Target="fonts/DMSans-bold.fntdata"/><Relationship Id="rId52" Type="http://schemas.openxmlformats.org/officeDocument/2006/relationships/font" Target="fonts/DM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1a291b6122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1a291b6122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1a291b6122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1a291b6122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1a291b6122_1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1a291b6122_1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How It Works (High-Level Steps)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Sending Requests: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program sends an HTTP request to the website server.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server responds with </a:t>
            </a:r>
            <a:r>
              <a:rPr b="1" lang="en">
                <a:solidFill>
                  <a:schemeClr val="dk1"/>
                </a:solidFill>
              </a:rPr>
              <a:t>HTML content</a:t>
            </a:r>
            <a:r>
              <a:rPr lang="en">
                <a:solidFill>
                  <a:schemeClr val="dk1"/>
                </a:solidFill>
              </a:rPr>
              <a:t> (the webpage).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Parsing HTML: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received HTML is </a:t>
            </a:r>
            <a:r>
              <a:rPr b="1" lang="en">
                <a:solidFill>
                  <a:schemeClr val="dk1"/>
                </a:solidFill>
              </a:rPr>
              <a:t>parsed</a:t>
            </a:r>
            <a:r>
              <a:rPr lang="en">
                <a:solidFill>
                  <a:schemeClr val="dk1"/>
                </a:solidFill>
              </a:rPr>
              <a:t> to understand its structure.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Tools like </a:t>
            </a:r>
            <a:r>
              <a:rPr b="1" lang="en">
                <a:solidFill>
                  <a:schemeClr val="dk1"/>
                </a:solidFill>
              </a:rPr>
              <a:t>BeautifulSoup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lxml</a:t>
            </a:r>
            <a:r>
              <a:rPr lang="en">
                <a:solidFill>
                  <a:schemeClr val="dk1"/>
                </a:solidFill>
              </a:rPr>
              <a:t> help navigate the HTML tree.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Extracting Specific Information: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Identify the HTML elements containing the desired data.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Extract values such as </a:t>
            </a:r>
            <a:r>
              <a:rPr b="1" lang="en">
                <a:solidFill>
                  <a:schemeClr val="dk1"/>
                </a:solidFill>
              </a:rPr>
              <a:t>text, links, tables, images</a:t>
            </a:r>
            <a:r>
              <a:rPr lang="en">
                <a:solidFill>
                  <a:schemeClr val="dk1"/>
                </a:solidFill>
              </a:rPr>
              <a:t>, etc.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1a291b612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1a291b612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b="1" lang="en">
                <a:solidFill>
                  <a:schemeClr val="dk1"/>
                </a:solidFill>
              </a:rPr>
              <a:t>BeautifulSoup</a:t>
            </a:r>
            <a:r>
              <a:rPr lang="en">
                <a:solidFill>
                  <a:schemeClr val="dk1"/>
                </a:solidFill>
              </a:rPr>
              <a:t> when the website content is static and you just want to extract data quickly.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b="1" lang="en">
                <a:solidFill>
                  <a:schemeClr val="dk1"/>
                </a:solidFill>
              </a:rPr>
              <a:t>Selenium</a:t>
            </a:r>
            <a:r>
              <a:rPr lang="en">
                <a:solidFill>
                  <a:schemeClr val="dk1"/>
                </a:solidFill>
              </a:rPr>
              <a:t> when the site has </a:t>
            </a:r>
            <a:r>
              <a:rPr b="1" lang="en">
                <a:solidFill>
                  <a:schemeClr val="dk1"/>
                </a:solidFill>
              </a:rPr>
              <a:t>dynamic content</a:t>
            </a:r>
            <a:r>
              <a:rPr lang="en">
                <a:solidFill>
                  <a:schemeClr val="dk1"/>
                </a:solidFill>
              </a:rPr>
              <a:t> that requires user interaction or JavaScript rendering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1a291b6122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1a291b6122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Web scraping is widely used because it allows us to gather large amounts of data efficiently.</a:t>
            </a:r>
            <a:br>
              <a:rPr i="1" lang="en">
                <a:solidFill>
                  <a:schemeClr val="dk1"/>
                </a:solidFill>
              </a:rPr>
            </a:br>
            <a:r>
              <a:rPr i="1" lang="en">
                <a:solidFill>
                  <a:schemeClr val="dk1"/>
                </a:solidFill>
              </a:rPr>
              <a:t> It addresses key challenges in data collection and analysis."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Fill Data Gaps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Many datasets are </a:t>
            </a:r>
            <a:r>
              <a:rPr b="1" lang="en">
                <a:solidFill>
                  <a:schemeClr val="dk1"/>
                </a:solidFill>
              </a:rPr>
              <a:t>incomplete or not publicly available in structured form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Web scraping allows us to </a:t>
            </a:r>
            <a:r>
              <a:rPr b="1" lang="en">
                <a:solidFill>
                  <a:schemeClr val="dk1"/>
                </a:solidFill>
              </a:rPr>
              <a:t>collect missing data</a:t>
            </a:r>
            <a:r>
              <a:rPr lang="en">
                <a:solidFill>
                  <a:schemeClr val="dk1"/>
                </a:solidFill>
              </a:rPr>
              <a:t> from websites.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Example: Collecting product prices, news articles, or weather information to </a:t>
            </a:r>
            <a:r>
              <a:rPr b="1" lang="en">
                <a:solidFill>
                  <a:schemeClr val="dk1"/>
                </a:solidFill>
              </a:rPr>
              <a:t>enrich datasets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2️⃣ Cost-Effective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Avoids </a:t>
            </a:r>
            <a:r>
              <a:rPr b="1" lang="en">
                <a:solidFill>
                  <a:schemeClr val="dk1"/>
                </a:solidFill>
              </a:rPr>
              <a:t>manual data collection</a:t>
            </a:r>
            <a:r>
              <a:rPr lang="en">
                <a:solidFill>
                  <a:schemeClr val="dk1"/>
                </a:solidFill>
              </a:rPr>
              <a:t>, which is time-consuming and expensive.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Automates repetitive tasks, </a:t>
            </a:r>
            <a:r>
              <a:rPr b="1" lang="en">
                <a:solidFill>
                  <a:schemeClr val="dk1"/>
                </a:solidFill>
              </a:rPr>
              <a:t>saving human resources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 need to pay for commercial datasets if data is publicly available.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3️⃣ Flexible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Works on a </a:t>
            </a:r>
            <a:r>
              <a:rPr b="1" lang="en">
                <a:solidFill>
                  <a:schemeClr val="dk1"/>
                </a:solidFill>
              </a:rPr>
              <a:t>wide variety of websites</a:t>
            </a:r>
            <a:r>
              <a:rPr lang="en">
                <a:solidFill>
                  <a:schemeClr val="dk1"/>
                </a:solidFill>
              </a:rPr>
              <a:t> and formats.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Can be customized to </a:t>
            </a:r>
            <a:r>
              <a:rPr b="1" lang="en">
                <a:solidFill>
                  <a:schemeClr val="dk1"/>
                </a:solidFill>
              </a:rPr>
              <a:t>target specific data points</a:t>
            </a:r>
            <a:r>
              <a:rPr lang="en">
                <a:solidFill>
                  <a:schemeClr val="dk1"/>
                </a:solidFill>
              </a:rPr>
              <a:t> (tables, images, links, text).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Supports </a:t>
            </a:r>
            <a:r>
              <a:rPr b="1" lang="en">
                <a:solidFill>
                  <a:schemeClr val="dk1"/>
                </a:solidFill>
              </a:rPr>
              <a:t>different programming tools and workflows</a:t>
            </a:r>
            <a:r>
              <a:rPr lang="en">
                <a:solidFill>
                  <a:schemeClr val="dk1"/>
                </a:solidFill>
              </a:rPr>
              <a:t>: Python, Selenium, BeautifulSoup, APIs.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1a291b6122_1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1a291b6122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Web scraping is not just a theoretical tool—it’s widely used across industries to collect, analyze, and act on data."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Monitoring E-Commerce Prices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Businesses track </a:t>
            </a:r>
            <a:r>
              <a:rPr b="1" lang="en">
                <a:solidFill>
                  <a:schemeClr val="dk1"/>
                </a:solidFill>
              </a:rPr>
              <a:t>competitor prices</a:t>
            </a:r>
            <a:r>
              <a:rPr lang="en">
                <a:solidFill>
                  <a:schemeClr val="dk1"/>
                </a:solidFill>
              </a:rPr>
              <a:t> in real-time.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Helps in </a:t>
            </a:r>
            <a:r>
              <a:rPr b="1" lang="en">
                <a:solidFill>
                  <a:schemeClr val="dk1"/>
                </a:solidFill>
              </a:rPr>
              <a:t>dynamic pricing strategies</a:t>
            </a:r>
            <a:r>
              <a:rPr lang="en">
                <a:solidFill>
                  <a:schemeClr val="dk1"/>
                </a:solidFill>
              </a:rPr>
              <a:t> or spotting </a:t>
            </a:r>
            <a:r>
              <a:rPr b="1" lang="en">
                <a:solidFill>
                  <a:schemeClr val="dk1"/>
                </a:solidFill>
              </a:rPr>
              <a:t>market trends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Example: Online retailers like Amazon or Flipkart adjusting prices based on competitor data.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2️⃣ Analyzing Public Sentiment from Social Media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Scrape </a:t>
            </a:r>
            <a:r>
              <a:rPr b="1" lang="en">
                <a:solidFill>
                  <a:schemeClr val="dk1"/>
                </a:solidFill>
              </a:rPr>
              <a:t>tweets, posts, or comments</a:t>
            </a:r>
            <a:r>
              <a:rPr lang="en">
                <a:solidFill>
                  <a:schemeClr val="dk1"/>
                </a:solidFill>
              </a:rPr>
              <a:t> to measure </a:t>
            </a:r>
            <a:r>
              <a:rPr b="1" lang="en">
                <a:solidFill>
                  <a:schemeClr val="dk1"/>
                </a:solidFill>
              </a:rPr>
              <a:t>public opinion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Useful for </a:t>
            </a:r>
            <a:r>
              <a:rPr b="1" lang="en">
                <a:solidFill>
                  <a:schemeClr val="dk1"/>
                </a:solidFill>
              </a:rPr>
              <a:t>marketing campaigns, brand management, or political analysis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Example: Understanding customer reaction to a new product launch.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3️⃣ Gathering Open Data for Machine Learning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Collect large amounts of </a:t>
            </a:r>
            <a:r>
              <a:rPr b="1" lang="en">
                <a:solidFill>
                  <a:schemeClr val="dk1"/>
                </a:solidFill>
              </a:rPr>
              <a:t>structured or semi-structured data</a:t>
            </a:r>
            <a:r>
              <a:rPr lang="en">
                <a:solidFill>
                  <a:schemeClr val="dk1"/>
                </a:solidFill>
              </a:rPr>
              <a:t> for AI projects.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Can build </a:t>
            </a:r>
            <a:r>
              <a:rPr b="1" lang="en">
                <a:solidFill>
                  <a:schemeClr val="dk1"/>
                </a:solidFill>
              </a:rPr>
              <a:t>datasets for training models</a:t>
            </a:r>
            <a:r>
              <a:rPr lang="en">
                <a:solidFill>
                  <a:schemeClr val="dk1"/>
                </a:solidFill>
              </a:rPr>
              <a:t> like NLP sentiment analysis or recommendation systems.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Example: Scraping weather reports or financial news for predictive modeling.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1a291b6122_1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1a291b6122_1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1a291b6122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1a291b612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Data Collection Layer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Web scraping belongs to the </a:t>
            </a:r>
            <a:r>
              <a:rPr b="1" lang="en">
                <a:solidFill>
                  <a:schemeClr val="dk1"/>
                </a:solidFill>
              </a:rPr>
              <a:t>Data Collection</a:t>
            </a:r>
            <a:r>
              <a:rPr lang="en">
                <a:solidFill>
                  <a:schemeClr val="dk1"/>
                </a:solidFill>
              </a:rPr>
              <a:t> stage.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Other methods in this stage include: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APIs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Sensors / Logs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Public datasets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Its role is to </a:t>
            </a:r>
            <a:r>
              <a:rPr b="1" lang="en">
                <a:solidFill>
                  <a:schemeClr val="dk1"/>
                </a:solidFill>
              </a:rPr>
              <a:t>gather unstructured or semi-structured data</a:t>
            </a:r>
            <a:r>
              <a:rPr lang="en">
                <a:solidFill>
                  <a:schemeClr val="dk1"/>
                </a:solidFill>
              </a:rPr>
              <a:t> for further processing.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Web scraping comes first</a:t>
            </a:r>
            <a:r>
              <a:rPr lang="en">
                <a:solidFill>
                  <a:schemeClr val="dk1"/>
                </a:solidFill>
              </a:rPr>
              <a:t>: without data, none of the subsequent steps are possible.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3️⃣ Why It Matters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Quality of analysis depends on quality of data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Automated collection ensures </a:t>
            </a:r>
            <a:r>
              <a:rPr b="1" lang="en">
                <a:solidFill>
                  <a:schemeClr val="dk1"/>
                </a:solidFill>
              </a:rPr>
              <a:t>timely and large-scale data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Enables building </a:t>
            </a:r>
            <a:r>
              <a:rPr b="1" lang="en">
                <a:solidFill>
                  <a:schemeClr val="dk1"/>
                </a:solidFill>
              </a:rPr>
              <a:t>robust ML models, dashboards, and insights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💡 Key Points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Think of web scraping as </a:t>
            </a:r>
            <a:r>
              <a:rPr b="1" lang="en">
                <a:solidFill>
                  <a:schemeClr val="dk1"/>
                </a:solidFill>
              </a:rPr>
              <a:t>the entry point</a:t>
            </a:r>
            <a:r>
              <a:rPr lang="en">
                <a:solidFill>
                  <a:schemeClr val="dk1"/>
                </a:solidFill>
              </a:rPr>
              <a:t> into the data science pipeline.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It is </a:t>
            </a:r>
            <a:r>
              <a:rPr b="1" lang="en">
                <a:solidFill>
                  <a:schemeClr val="dk1"/>
                </a:solidFill>
              </a:rPr>
              <a:t>complementary to APIs</a:t>
            </a:r>
            <a:r>
              <a:rPr lang="en">
                <a:solidFill>
                  <a:schemeClr val="dk1"/>
                </a:solidFill>
              </a:rPr>
              <a:t> and other collection methods.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Preprocessed and structured scraped data flows into </a:t>
            </a:r>
            <a:r>
              <a:rPr b="1" lang="en">
                <a:solidFill>
                  <a:schemeClr val="dk1"/>
                </a:solidFill>
              </a:rPr>
              <a:t>storage, cleaning, and analysis stages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💡 Summary (Wrap-up for the slide)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*"In short: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Web scraping is part of </a:t>
            </a:r>
            <a:r>
              <a:rPr b="1" lang="en">
                <a:solidFill>
                  <a:schemeClr val="dk1"/>
                </a:solidFill>
              </a:rPr>
              <a:t>Data Collection</a:t>
            </a:r>
            <a:r>
              <a:rPr lang="en">
                <a:solidFill>
                  <a:schemeClr val="dk1"/>
                </a:solidFill>
              </a:rPr>
              <a:t>,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Provides the </a:t>
            </a:r>
            <a:r>
              <a:rPr b="1" lang="en">
                <a:solidFill>
                  <a:schemeClr val="dk1"/>
                </a:solidFill>
              </a:rPr>
              <a:t>raw material</a:t>
            </a:r>
            <a:r>
              <a:rPr lang="en">
                <a:solidFill>
                  <a:schemeClr val="dk1"/>
                </a:solidFill>
              </a:rPr>
              <a:t> for all downstream tasks,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Forms the </a:t>
            </a:r>
            <a:r>
              <a:rPr b="1" lang="en">
                <a:solidFill>
                  <a:schemeClr val="dk1"/>
                </a:solidFill>
              </a:rPr>
              <a:t>foundation for exploratory analysis, ML modeling, and advanced AI applications</a:t>
            </a:r>
            <a:r>
              <a:rPr lang="en">
                <a:solidFill>
                  <a:schemeClr val="dk1"/>
                </a:solidFill>
              </a:rPr>
              <a:t>."*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1a291b6122_1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1a291b6122_1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"Web scraping is widely applied in real-world projects to </a:t>
            </a:r>
            <a:r>
              <a:rPr b="1" i="1" lang="en">
                <a:solidFill>
                  <a:schemeClr val="dk1"/>
                </a:solidFill>
              </a:rPr>
              <a:t>gather actionable insights</a:t>
            </a:r>
            <a:r>
              <a:rPr i="1" lang="en">
                <a:solidFill>
                  <a:schemeClr val="dk1"/>
                </a:solidFill>
              </a:rPr>
              <a:t>.</a:t>
            </a:r>
            <a:br>
              <a:rPr i="1" lang="en">
                <a:solidFill>
                  <a:schemeClr val="dk1"/>
                </a:solidFill>
              </a:rPr>
            </a:br>
            <a:r>
              <a:rPr i="1" lang="en">
                <a:solidFill>
                  <a:schemeClr val="dk1"/>
                </a:solidFill>
              </a:rPr>
              <a:t> Here are some concrete examples from external projects."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FDM Singapore Campaign Landing Page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Scraping content from </a:t>
            </a:r>
            <a:r>
              <a:rPr b="1" lang="en">
                <a:solidFill>
                  <a:schemeClr val="dk1"/>
                </a:solidFill>
              </a:rPr>
              <a:t>company landing pages</a:t>
            </a:r>
            <a:r>
              <a:rPr lang="en">
                <a:solidFill>
                  <a:schemeClr val="dk1"/>
                </a:solidFill>
              </a:rPr>
              <a:t> to analyze: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Promotions or marketing campaigns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Course offerings or internship info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Helps in </a:t>
            </a:r>
            <a:r>
              <a:rPr b="1" lang="en">
                <a:solidFill>
                  <a:schemeClr val="dk1"/>
                </a:solidFill>
              </a:rPr>
              <a:t>competitor benchmarking and campaign analysis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2️⃣ Online Sentiment Analysis via Reddit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Using </a:t>
            </a:r>
            <a:r>
              <a:rPr b="1" lang="en">
                <a:solidFill>
                  <a:schemeClr val="dk1"/>
                </a:solidFill>
              </a:rPr>
              <a:t>Reddit API or web scraping</a:t>
            </a:r>
            <a:r>
              <a:rPr lang="en">
                <a:solidFill>
                  <a:schemeClr val="dk1"/>
                </a:solidFill>
              </a:rPr>
              <a:t> to gather posts and comments: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Measure </a:t>
            </a:r>
            <a:r>
              <a:rPr b="1" lang="en">
                <a:solidFill>
                  <a:schemeClr val="dk1"/>
                </a:solidFill>
              </a:rPr>
              <a:t>public sentiment</a:t>
            </a:r>
            <a:r>
              <a:rPr lang="en">
                <a:solidFill>
                  <a:schemeClr val="dk1"/>
                </a:solidFill>
              </a:rPr>
              <a:t> about products, companies, or events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Extract text data for </a:t>
            </a:r>
            <a:r>
              <a:rPr b="1" lang="en">
                <a:solidFill>
                  <a:schemeClr val="dk1"/>
                </a:solidFill>
              </a:rPr>
              <a:t>sentiment scoring and trend analysis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Useful for </a:t>
            </a:r>
            <a:r>
              <a:rPr b="1" lang="en">
                <a:solidFill>
                  <a:schemeClr val="dk1"/>
                </a:solidFill>
              </a:rPr>
              <a:t>marketing insights and brand perception monitoring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3️⃣ HR Firm Competitor Analysis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Batch scraping from websites like: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Glassdoor, GradConnect, Indeed.com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Extract </a:t>
            </a:r>
            <a:r>
              <a:rPr b="1" lang="en">
                <a:solidFill>
                  <a:schemeClr val="dk1"/>
                </a:solidFill>
              </a:rPr>
              <a:t>job postings, company reviews, salaries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Enables HR firms to: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Analyze </a:t>
            </a:r>
            <a:r>
              <a:rPr b="1" lang="en">
                <a:solidFill>
                  <a:schemeClr val="dk1"/>
                </a:solidFill>
              </a:rPr>
              <a:t>competitor hiring trends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Identify </a:t>
            </a:r>
            <a:r>
              <a:rPr b="1" lang="en">
                <a:solidFill>
                  <a:schemeClr val="dk1"/>
                </a:solidFill>
              </a:rPr>
              <a:t>employee sentiment and satisfaction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Inform </a:t>
            </a:r>
            <a:r>
              <a:rPr b="1" lang="en">
                <a:solidFill>
                  <a:schemeClr val="dk1"/>
                </a:solidFill>
              </a:rPr>
              <a:t>talent acquisition strategies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💡 Key Points for Students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Web scraping </a:t>
            </a:r>
            <a:r>
              <a:rPr b="1" lang="en">
                <a:solidFill>
                  <a:schemeClr val="dk1"/>
                </a:solidFill>
              </a:rPr>
              <a:t>turns publicly available data into actionable intelligence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Supports </a:t>
            </a:r>
            <a:r>
              <a:rPr b="1" lang="en">
                <a:solidFill>
                  <a:schemeClr val="dk1"/>
                </a:solidFill>
              </a:rPr>
              <a:t>data-driven decision making</a:t>
            </a:r>
            <a:r>
              <a:rPr lang="en">
                <a:solidFill>
                  <a:schemeClr val="dk1"/>
                </a:solidFill>
              </a:rPr>
              <a:t> in marketing, HR, and research.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Projects may use a </a:t>
            </a:r>
            <a:r>
              <a:rPr b="1" lang="en">
                <a:solidFill>
                  <a:schemeClr val="dk1"/>
                </a:solidFill>
              </a:rPr>
              <a:t>combination of APIs and scraping</a:t>
            </a:r>
            <a:r>
              <a:rPr lang="en">
                <a:solidFill>
                  <a:schemeClr val="dk1"/>
                </a:solidFill>
              </a:rPr>
              <a:t> depending on accessibility.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1a291b6122_1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1a291b6122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1a291b6122_1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1a291b6122_1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Introduction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"BeautifulSoup is a </a:t>
            </a:r>
            <a:r>
              <a:rPr b="1" i="1" lang="en">
                <a:solidFill>
                  <a:schemeClr val="dk1"/>
                </a:solidFill>
              </a:rPr>
              <a:t>Python library widely used in web scraping</a:t>
            </a:r>
            <a:r>
              <a:rPr i="1" lang="en">
                <a:solidFill>
                  <a:schemeClr val="dk1"/>
                </a:solidFill>
              </a:rPr>
              <a:t> to extract information from HTML and XML documents."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Definition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BeautifulSoup:</a:t>
            </a:r>
            <a:r>
              <a:rPr lang="en">
                <a:solidFill>
                  <a:schemeClr val="dk1"/>
                </a:solidFill>
              </a:rPr>
              <a:t> A Python library for </a:t>
            </a:r>
            <a:r>
              <a:rPr b="1" lang="en">
                <a:solidFill>
                  <a:schemeClr val="dk1"/>
                </a:solidFill>
              </a:rPr>
              <a:t>parsing HTML and XML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Ideal for </a:t>
            </a:r>
            <a:r>
              <a:rPr b="1" lang="en">
                <a:solidFill>
                  <a:schemeClr val="dk1"/>
                </a:solidFill>
              </a:rPr>
              <a:t>scraping static websites</a:t>
            </a:r>
            <a:r>
              <a:rPr lang="en">
                <a:solidFill>
                  <a:schemeClr val="dk1"/>
                </a:solidFill>
              </a:rPr>
              <a:t> (pages where content doesn’t rely on JavaScript).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2️⃣ Key Features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Easy-to-use methods: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.find()</a:t>
            </a:r>
            <a:r>
              <a:rPr lang="en">
                <a:solidFill>
                  <a:schemeClr val="dk1"/>
                </a:solidFill>
              </a:rPr>
              <a:t> → finds the </a:t>
            </a:r>
            <a:r>
              <a:rPr b="1" lang="en">
                <a:solidFill>
                  <a:schemeClr val="dk1"/>
                </a:solidFill>
              </a:rPr>
              <a:t>first matching tag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.find_all()</a:t>
            </a:r>
            <a:r>
              <a:rPr lang="en">
                <a:solidFill>
                  <a:schemeClr val="dk1"/>
                </a:solidFill>
              </a:rPr>
              <a:t> → finds </a:t>
            </a:r>
            <a:r>
              <a:rPr b="1" lang="en">
                <a:solidFill>
                  <a:schemeClr val="dk1"/>
                </a:solidFill>
              </a:rPr>
              <a:t>all matching tags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Handles messy HTML: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Can parse web pages even if the HTML is </a:t>
            </a:r>
            <a:r>
              <a:rPr b="1" lang="en">
                <a:solidFill>
                  <a:schemeClr val="dk1"/>
                </a:solidFill>
              </a:rPr>
              <a:t>imperfect or poorly formatted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Works seamlessly with </a:t>
            </a:r>
            <a:r>
              <a:rPr b="1" lang="en">
                <a:solidFill>
                  <a:schemeClr val="dk1"/>
                </a:solidFill>
              </a:rPr>
              <a:t>requests</a:t>
            </a:r>
            <a:r>
              <a:rPr lang="en">
                <a:solidFill>
                  <a:schemeClr val="dk1"/>
                </a:solidFill>
              </a:rPr>
              <a:t> to fetch web pages.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3️⃣ Why It’s Useful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Allows </a:t>
            </a:r>
            <a:r>
              <a:rPr b="1" lang="en">
                <a:solidFill>
                  <a:schemeClr val="dk1"/>
                </a:solidFill>
              </a:rPr>
              <a:t>rapid extraction of text, links, tables, images, and attributes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Lightweight and </a:t>
            </a:r>
            <a:r>
              <a:rPr b="1" lang="en">
                <a:solidFill>
                  <a:schemeClr val="dk1"/>
                </a:solidFill>
              </a:rPr>
              <a:t>faster than automating browsers</a:t>
            </a:r>
            <a:r>
              <a:rPr lang="en">
                <a:solidFill>
                  <a:schemeClr val="dk1"/>
                </a:solidFill>
              </a:rPr>
              <a:t> for static content.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Forms a </a:t>
            </a:r>
            <a:r>
              <a:rPr b="1" lang="en">
                <a:solidFill>
                  <a:schemeClr val="dk1"/>
                </a:solidFill>
              </a:rPr>
              <a:t>core tool in many web scraping pipelines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💡 Key Points for Students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BeautifulSoup is </a:t>
            </a:r>
            <a:r>
              <a:rPr b="1" lang="en">
                <a:solidFill>
                  <a:schemeClr val="dk1"/>
                </a:solidFill>
              </a:rPr>
              <a:t>best for static HTML</a:t>
            </a:r>
            <a:r>
              <a:rPr lang="en">
                <a:solidFill>
                  <a:schemeClr val="dk1"/>
                </a:solidFill>
              </a:rPr>
              <a:t> where content is directly available.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Can be combined with </a:t>
            </a:r>
            <a:r>
              <a:rPr b="1" lang="en">
                <a:solidFill>
                  <a:schemeClr val="dk1"/>
                </a:solidFill>
              </a:rPr>
              <a:t>requests or urllib</a:t>
            </a:r>
            <a:r>
              <a:rPr lang="en">
                <a:solidFill>
                  <a:schemeClr val="dk1"/>
                </a:solidFill>
              </a:rPr>
              <a:t> to fetch pages.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Not suitable for </a:t>
            </a:r>
            <a:r>
              <a:rPr b="1" lang="en">
                <a:solidFill>
                  <a:schemeClr val="dk1"/>
                </a:solidFill>
              </a:rPr>
              <a:t>dynamic, JavaScript-rendered content</a:t>
            </a:r>
            <a:r>
              <a:rPr lang="en">
                <a:solidFill>
                  <a:schemeClr val="dk1"/>
                </a:solidFill>
              </a:rPr>
              <a:t> (for that, Selenium is better).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1a291b6122_1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1a291b6122_1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Introduction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"Web scraping with BeautifulSoup follows a </a:t>
            </a:r>
            <a:r>
              <a:rPr b="1" i="1" lang="en">
                <a:solidFill>
                  <a:schemeClr val="dk1"/>
                </a:solidFill>
              </a:rPr>
              <a:t>simple, structured workflow</a:t>
            </a:r>
            <a:r>
              <a:rPr i="1" lang="en">
                <a:solidFill>
                  <a:schemeClr val="dk1"/>
                </a:solidFill>
              </a:rPr>
              <a:t> that transforms raw web content into usable data."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Fetch the Webpage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 the </a:t>
            </a:r>
            <a:r>
              <a:rPr b="1" lang="en">
                <a:solidFill>
                  <a:schemeClr val="dk1"/>
                </a:solidFill>
              </a:rPr>
              <a:t>requests</a:t>
            </a:r>
            <a:r>
              <a:rPr lang="en">
                <a:solidFill>
                  <a:schemeClr val="dk1"/>
                </a:solidFill>
              </a:rPr>
              <a:t> library to send an HTTP GET request to the URL.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Example: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requests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 = requests.get('https://example.com')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response contains the </a:t>
            </a:r>
            <a:r>
              <a:rPr b="1" lang="en">
                <a:solidFill>
                  <a:schemeClr val="dk1"/>
                </a:solidFill>
              </a:rPr>
              <a:t>raw HTML</a:t>
            </a:r>
            <a:r>
              <a:rPr lang="en">
                <a:solidFill>
                  <a:schemeClr val="dk1"/>
                </a:solidFill>
              </a:rPr>
              <a:t> of the page.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2️⃣ Parse HTML Using BeautifulSoup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Initialize </a:t>
            </a:r>
            <a:r>
              <a:rPr b="1" lang="en">
                <a:solidFill>
                  <a:schemeClr val="dk1"/>
                </a:solidFill>
              </a:rPr>
              <a:t>BeautifulSoup</a:t>
            </a:r>
            <a:r>
              <a:rPr lang="en">
                <a:solidFill>
                  <a:schemeClr val="dk1"/>
                </a:solidFill>
              </a:rPr>
              <a:t> with the HTML content.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Example: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bs4 import BeautifulSoup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soup = BeautifulSoup(page.content, 'html.parser')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Converts the raw HTML into a </a:t>
            </a:r>
            <a:r>
              <a:rPr b="1" lang="en">
                <a:solidFill>
                  <a:schemeClr val="dk1"/>
                </a:solidFill>
              </a:rPr>
              <a:t>navigable tree structure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3️⃣ Locate and Extract Desired Elements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Identify elements using </a:t>
            </a:r>
            <a:r>
              <a:rPr b="1" lang="en">
                <a:solidFill>
                  <a:schemeClr val="dk1"/>
                </a:solidFill>
              </a:rPr>
              <a:t>tags, classes, or IDs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Example: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titles = soup.find_all('h2')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links = soup.find_all('a')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Extract text or attributes from elements: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title in titles: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print(title.get_text())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Works for </a:t>
            </a:r>
            <a:r>
              <a:rPr b="1" lang="en">
                <a:solidFill>
                  <a:schemeClr val="dk1"/>
                </a:solidFill>
              </a:rPr>
              <a:t>tables, lists, images, and other HTML elements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💡 Why This Workflow Matters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Provides a </a:t>
            </a:r>
            <a:r>
              <a:rPr b="1" lang="en">
                <a:solidFill>
                  <a:schemeClr val="dk1"/>
                </a:solidFill>
              </a:rPr>
              <a:t>repeatable process</a:t>
            </a:r>
            <a:r>
              <a:rPr lang="en">
                <a:solidFill>
                  <a:schemeClr val="dk1"/>
                </a:solidFill>
              </a:rPr>
              <a:t> for scraping websites.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Ensures </a:t>
            </a:r>
            <a:r>
              <a:rPr b="1" lang="en">
                <a:solidFill>
                  <a:schemeClr val="dk1"/>
                </a:solidFill>
              </a:rPr>
              <a:t>clean and structured data</a:t>
            </a:r>
            <a:r>
              <a:rPr lang="en">
                <a:solidFill>
                  <a:schemeClr val="dk1"/>
                </a:solidFill>
              </a:rPr>
              <a:t> for analysis.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Forms the foundation for </a:t>
            </a:r>
            <a:r>
              <a:rPr b="1" lang="en">
                <a:solidFill>
                  <a:schemeClr val="dk1"/>
                </a:solidFill>
              </a:rPr>
              <a:t>more advanced scraping pipelines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💡 Summary (Wrap-up for the slide)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*"In short, the BeautifulSoup workflow is: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Fetch webpage → 2. Parse HTML → 3. Locate &amp; extract data.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simple sequence turns raw HTML into actionable data efficiently."*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1a291b6122_1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1a291b6122_1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1a291b6122_1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1a291b6122_1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"While BeautifulSoup is great for small, static pages, some projects require </a:t>
            </a:r>
            <a:r>
              <a:rPr b="1" i="1" lang="en">
                <a:solidFill>
                  <a:schemeClr val="dk1"/>
                </a:solidFill>
              </a:rPr>
              <a:t>large-scale scraping or dynamic interactions</a:t>
            </a:r>
            <a:r>
              <a:rPr i="1" lang="en">
                <a:solidFill>
                  <a:schemeClr val="dk1"/>
                </a:solidFill>
              </a:rPr>
              <a:t>.</a:t>
            </a:r>
            <a:br>
              <a:rPr i="1" lang="en">
                <a:solidFill>
                  <a:schemeClr val="dk1"/>
                </a:solidFill>
              </a:rPr>
            </a:br>
            <a:r>
              <a:rPr i="1" lang="en">
                <a:solidFill>
                  <a:schemeClr val="dk1"/>
                </a:solidFill>
              </a:rPr>
              <a:t> For these scenarios, we use Scrapy or Selenium."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Scrapy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Best for </a:t>
            </a:r>
            <a:r>
              <a:rPr b="1" lang="en">
                <a:solidFill>
                  <a:schemeClr val="dk1"/>
                </a:solidFill>
              </a:rPr>
              <a:t>large-scale, automated crawling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Features: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Handles multiple pages efficiently using </a:t>
            </a:r>
            <a:r>
              <a:rPr b="1" lang="en">
                <a:solidFill>
                  <a:schemeClr val="dk1"/>
                </a:solidFill>
              </a:rPr>
              <a:t>crawlers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Built-in </a:t>
            </a:r>
            <a:r>
              <a:rPr b="1" lang="en">
                <a:solidFill>
                  <a:schemeClr val="dk1"/>
                </a:solidFill>
              </a:rPr>
              <a:t>pipelines</a:t>
            </a:r>
            <a:r>
              <a:rPr lang="en">
                <a:solidFill>
                  <a:schemeClr val="dk1"/>
                </a:solidFill>
              </a:rPr>
              <a:t> for storing data into CSV, JSON, or databases.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Supports </a:t>
            </a:r>
            <a:r>
              <a:rPr b="1" lang="en">
                <a:solidFill>
                  <a:schemeClr val="dk1"/>
                </a:solidFill>
              </a:rPr>
              <a:t>scheduling, retries, and concurrency</a:t>
            </a:r>
            <a:r>
              <a:rPr lang="en">
                <a:solidFill>
                  <a:schemeClr val="dk1"/>
                </a:solidFill>
              </a:rPr>
              <a:t> for high-performance scraping.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Use Case:</a:t>
            </a:r>
            <a:r>
              <a:rPr lang="en">
                <a:solidFill>
                  <a:schemeClr val="dk1"/>
                </a:solidFill>
              </a:rPr>
              <a:t> Collecting </a:t>
            </a:r>
            <a:r>
              <a:rPr b="1" lang="en">
                <a:solidFill>
                  <a:schemeClr val="dk1"/>
                </a:solidFill>
              </a:rPr>
              <a:t>thousands of product listings</a:t>
            </a:r>
            <a:r>
              <a:rPr lang="en">
                <a:solidFill>
                  <a:schemeClr val="dk1"/>
                </a:solidFill>
              </a:rPr>
              <a:t> from e-commerce websites.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2️⃣ Selenium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For </a:t>
            </a:r>
            <a:r>
              <a:rPr b="1" lang="en">
                <a:solidFill>
                  <a:schemeClr val="dk1"/>
                </a:solidFill>
              </a:rPr>
              <a:t>dynamic, JavaScript-heavy websites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Features: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Opens a </a:t>
            </a:r>
            <a:r>
              <a:rPr b="1" lang="en">
                <a:solidFill>
                  <a:schemeClr val="dk1"/>
                </a:solidFill>
              </a:rPr>
              <a:t>real browser</a:t>
            </a:r>
            <a:r>
              <a:rPr lang="en">
                <a:solidFill>
                  <a:schemeClr val="dk1"/>
                </a:solidFill>
              </a:rPr>
              <a:t> and simulates </a:t>
            </a:r>
            <a:r>
              <a:rPr b="1" lang="en">
                <a:solidFill>
                  <a:schemeClr val="dk1"/>
                </a:solidFill>
              </a:rPr>
              <a:t>user actions</a:t>
            </a:r>
            <a:r>
              <a:rPr lang="en">
                <a:solidFill>
                  <a:schemeClr val="dk1"/>
                </a:solidFill>
              </a:rPr>
              <a:t>: clicking, scrolling, logging in.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Extracts data that is </a:t>
            </a:r>
            <a:r>
              <a:rPr b="1" lang="en">
                <a:solidFill>
                  <a:schemeClr val="dk1"/>
                </a:solidFill>
              </a:rPr>
              <a:t>not immediately available in static HTML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Use Case:</a:t>
            </a:r>
            <a:r>
              <a:rPr lang="en">
                <a:solidFill>
                  <a:schemeClr val="dk1"/>
                </a:solidFill>
              </a:rPr>
              <a:t> Scraping content behind </a:t>
            </a:r>
            <a:r>
              <a:rPr b="1" lang="en">
                <a:solidFill>
                  <a:schemeClr val="dk1"/>
                </a:solidFill>
              </a:rPr>
              <a:t>login forms or interactive dashboards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1a291b6122_1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1a291b6122_1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Introduction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"BeautifulSoup is great for simple tasks, but the choice of a scraping tool depends on </a:t>
            </a:r>
            <a:r>
              <a:rPr b="1" i="1" lang="en">
                <a:solidFill>
                  <a:schemeClr val="dk1"/>
                </a:solidFill>
              </a:rPr>
              <a:t>website type, data volume, and scalability requirements</a:t>
            </a:r>
            <a:r>
              <a:rPr i="1" lang="en">
                <a:solidFill>
                  <a:schemeClr val="dk1"/>
                </a:solidFill>
              </a:rPr>
              <a:t>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Decision-Making Factors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Is the website static or dynamic?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Static → content is directly in HTML → BeautifulSoup works.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Dynamic → content loads via JavaScript → Selenium or Scrapy needed.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How large is the data?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Small dataset → BeautifulSoup is sufficient.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Large-scale datasets → Scrapy is more efficient.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Is scalability important?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For one-off scrapes → BeautifulSoup or Selenium.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For repeated, automated crawls → Scrapy.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Why Use Other Methods?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Selenium</a:t>
            </a:r>
            <a:r>
              <a:rPr lang="en">
                <a:solidFill>
                  <a:schemeClr val="dk1"/>
                </a:solidFill>
              </a:rPr>
              <a:t> → Needed for </a:t>
            </a:r>
            <a:r>
              <a:rPr b="1" lang="en">
                <a:solidFill>
                  <a:schemeClr val="dk1"/>
                </a:solidFill>
              </a:rPr>
              <a:t>interacting with dynamic content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Scrapy</a:t>
            </a:r>
            <a:r>
              <a:rPr lang="en">
                <a:solidFill>
                  <a:schemeClr val="dk1"/>
                </a:solidFill>
              </a:rPr>
              <a:t> → Needed for </a:t>
            </a:r>
            <a:r>
              <a:rPr b="1" lang="en">
                <a:solidFill>
                  <a:schemeClr val="dk1"/>
                </a:solidFill>
              </a:rPr>
              <a:t>large-scale, automated scraping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BeautifulSoup is </a:t>
            </a:r>
            <a:r>
              <a:rPr b="1" lang="en">
                <a:solidFill>
                  <a:schemeClr val="dk1"/>
                </a:solidFill>
              </a:rPr>
              <a:t>simple and fast</a:t>
            </a:r>
            <a:r>
              <a:rPr lang="en">
                <a:solidFill>
                  <a:schemeClr val="dk1"/>
                </a:solidFill>
              </a:rPr>
              <a:t>, but may fail for </a:t>
            </a:r>
            <a:r>
              <a:rPr b="1" lang="en">
                <a:solidFill>
                  <a:schemeClr val="dk1"/>
                </a:solidFill>
              </a:rPr>
              <a:t>dynamic or high-volume sites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1a291b6122_1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1a291b6122_1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Introduction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"Web scraping can provide huge benefits, but it must be done </a:t>
            </a:r>
            <a:r>
              <a:rPr b="1" i="1" lang="en">
                <a:solidFill>
                  <a:schemeClr val="dk1"/>
                </a:solidFill>
              </a:rPr>
              <a:t>ethically and responsibly</a:t>
            </a:r>
            <a:r>
              <a:rPr i="1" lang="en">
                <a:solidFill>
                  <a:schemeClr val="dk1"/>
                </a:solidFill>
              </a:rPr>
              <a:t>.</a:t>
            </a:r>
            <a:br>
              <a:rPr i="1" lang="en">
                <a:solidFill>
                  <a:schemeClr val="dk1"/>
                </a:solidFill>
              </a:rPr>
            </a:br>
            <a:r>
              <a:rPr i="1" lang="en">
                <a:solidFill>
                  <a:schemeClr val="dk1"/>
                </a:solidFill>
              </a:rPr>
              <a:t> Violating website rules or privacy can have legal consequences."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Do’s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Follow robots.txt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Check the website’s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robots.txt</a:t>
            </a:r>
            <a:r>
              <a:rPr lang="en">
                <a:solidFill>
                  <a:schemeClr val="dk1"/>
                </a:solidFill>
              </a:rPr>
              <a:t> file to see which pages are allowed for scraping.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Example: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https://example.com/robots.txt</a:t>
            </a:r>
            <a:b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Limit request rates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Avoid sending too many requests in a short time to prevent </a:t>
            </a:r>
            <a:r>
              <a:rPr b="1" lang="en">
                <a:solidFill>
                  <a:schemeClr val="dk1"/>
                </a:solidFill>
              </a:rPr>
              <a:t>server overload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b="1" lang="en">
                <a:solidFill>
                  <a:schemeClr val="dk1"/>
                </a:solidFill>
              </a:rPr>
              <a:t>delays between requests</a:t>
            </a:r>
            <a:r>
              <a:rPr lang="en">
                <a:solidFill>
                  <a:schemeClr val="dk1"/>
                </a:solidFill>
              </a:rPr>
              <a:t>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time.sleep()</a:t>
            </a:r>
            <a:r>
              <a:rPr lang="en">
                <a:solidFill>
                  <a:schemeClr val="dk1"/>
                </a:solidFill>
              </a:rPr>
              <a:t>) and polite scraping practices.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Use scraped data responsibly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Ensure the data is used for </a:t>
            </a:r>
            <a:r>
              <a:rPr b="1" lang="en">
                <a:solidFill>
                  <a:schemeClr val="dk1"/>
                </a:solidFill>
              </a:rPr>
              <a:t>research, analysis, or other lawful purposes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Give </a:t>
            </a:r>
            <a:r>
              <a:rPr b="1" lang="en">
                <a:solidFill>
                  <a:schemeClr val="dk1"/>
                </a:solidFill>
              </a:rPr>
              <a:t>proper attribution</a:t>
            </a:r>
            <a:r>
              <a:rPr lang="en">
                <a:solidFill>
                  <a:schemeClr val="dk1"/>
                </a:solidFill>
              </a:rPr>
              <a:t> if required.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2️⃣ Don’ts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Scrape sensitive or private data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Avoid personal information, login credentials, or confidential content.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Bypass security measures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Don’t circumvent CAPTCHAs, paywalls, or other protections.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Doing so may be </a:t>
            </a:r>
            <a:r>
              <a:rPr b="1" lang="en">
                <a:solidFill>
                  <a:schemeClr val="dk1"/>
                </a:solidFill>
              </a:rPr>
              <a:t>illegal and unethical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💡 Key Points for Students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Ethical scraping ensures </a:t>
            </a:r>
            <a:r>
              <a:rPr b="1" lang="en">
                <a:solidFill>
                  <a:schemeClr val="dk1"/>
                </a:solidFill>
              </a:rPr>
              <a:t>legal compliance and respect for website owners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Following best practices makes scraping </a:t>
            </a:r>
            <a:r>
              <a:rPr b="1" lang="en">
                <a:solidFill>
                  <a:schemeClr val="dk1"/>
                </a:solidFill>
              </a:rPr>
              <a:t>sustainable and reliable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💡 Summary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"In short:</a:t>
            </a:r>
            <a:br>
              <a:rPr i="1" lang="en">
                <a:solidFill>
                  <a:schemeClr val="dk1"/>
                </a:solidFill>
              </a:rPr>
            </a:br>
            <a:r>
              <a:rPr i="1" lang="en">
                <a:solidFill>
                  <a:schemeClr val="dk1"/>
                </a:solidFill>
              </a:rPr>
              <a:t> ✅ Follow robots.txt, limit requests, use data responsibly</a:t>
            </a:r>
            <a:br>
              <a:rPr i="1" lang="en">
                <a:solidFill>
                  <a:schemeClr val="dk1"/>
                </a:solidFill>
              </a:rPr>
            </a:br>
            <a:r>
              <a:rPr i="1" lang="en">
                <a:solidFill>
                  <a:schemeClr val="dk1"/>
                </a:solidFill>
              </a:rPr>
              <a:t> ❌ Don’t scrape sensitive/private data, don’t bypass security</a:t>
            </a:r>
            <a:br>
              <a:rPr i="1" lang="en">
                <a:solidFill>
                  <a:schemeClr val="dk1"/>
                </a:solidFill>
              </a:rPr>
            </a:br>
            <a:r>
              <a:rPr i="1" lang="en">
                <a:solidFill>
                  <a:schemeClr val="dk1"/>
                </a:solidFill>
              </a:rPr>
              <a:t> Ethical scraping protects you, your data, and the integrity of your projects."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1a291b6122_1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1a291b6122_1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section dividers">
  <p:cSld name="CUSTOM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723675" y="3913000"/>
            <a:ext cx="35757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2" type="subTitle"/>
          </p:nvPr>
        </p:nvSpPr>
        <p:spPr>
          <a:xfrm>
            <a:off x="723675" y="3518125"/>
            <a:ext cx="32724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3" type="subTitle"/>
          </p:nvPr>
        </p:nvSpPr>
        <p:spPr>
          <a:xfrm>
            <a:off x="4695750" y="3913000"/>
            <a:ext cx="26655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619550" y="304425"/>
            <a:ext cx="64428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5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6" type="subTitle"/>
          </p:nvPr>
        </p:nvSpPr>
        <p:spPr>
          <a:xfrm rot="-5400000">
            <a:off x="7076550" y="4568500"/>
            <a:ext cx="822900" cy="2457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7" type="subTitle"/>
          </p:nvPr>
        </p:nvSpPr>
        <p:spPr>
          <a:xfrm rot="-5400000">
            <a:off x="7071825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8" type="subTitle"/>
          </p:nvPr>
        </p:nvSpPr>
        <p:spPr>
          <a:xfrm rot="-5400000">
            <a:off x="7331117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9" type="subTitle"/>
          </p:nvPr>
        </p:nvSpPr>
        <p:spPr>
          <a:xfrm rot="-5400000">
            <a:off x="7294517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3" type="subTitle"/>
          </p:nvPr>
        </p:nvSpPr>
        <p:spPr>
          <a:xfrm rot="-5400000">
            <a:off x="7584608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4" type="subTitle"/>
          </p:nvPr>
        </p:nvSpPr>
        <p:spPr>
          <a:xfrm rot="-5400000">
            <a:off x="7170763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5" type="subTitle"/>
          </p:nvPr>
        </p:nvSpPr>
        <p:spPr>
          <a:xfrm rot="-5400000">
            <a:off x="7548008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6" type="subTitle"/>
          </p:nvPr>
        </p:nvSpPr>
        <p:spPr>
          <a:xfrm rot="-5400000">
            <a:off x="7838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7" type="subTitle"/>
          </p:nvPr>
        </p:nvSpPr>
        <p:spPr>
          <a:xfrm rot="-5400000">
            <a:off x="78015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8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9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20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21" type="subTitle"/>
          </p:nvPr>
        </p:nvSpPr>
        <p:spPr>
          <a:xfrm rot="-5400000">
            <a:off x="8348950" y="4567150"/>
            <a:ext cx="822900" cy="2484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22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23" type="subTitle"/>
          </p:nvPr>
        </p:nvSpPr>
        <p:spPr>
          <a:xfrm rot="-5400000">
            <a:off x="8308483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24" type="subTitle"/>
          </p:nvPr>
        </p:nvSpPr>
        <p:spPr>
          <a:xfrm rot="-5400000">
            <a:off x="80915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25" type="subTitle"/>
          </p:nvPr>
        </p:nvSpPr>
        <p:spPr>
          <a:xfrm rot="-5400000">
            <a:off x="80549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26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27" type="subTitle"/>
          </p:nvPr>
        </p:nvSpPr>
        <p:spPr>
          <a:xfrm rot="-5400000">
            <a:off x="6668850" y="2448450"/>
            <a:ext cx="1642800" cy="2466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28" type="subTitle"/>
          </p:nvPr>
        </p:nvSpPr>
        <p:spPr>
          <a:xfrm rot="-5400000">
            <a:off x="6930126" y="2447400"/>
            <a:ext cx="1642800" cy="2487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29" type="subTitle"/>
          </p:nvPr>
        </p:nvSpPr>
        <p:spPr>
          <a:xfrm rot="-5400000">
            <a:off x="7435629" y="2445450"/>
            <a:ext cx="1642800" cy="2526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30" type="subTitle"/>
          </p:nvPr>
        </p:nvSpPr>
        <p:spPr>
          <a:xfrm rot="-5400000">
            <a:off x="76908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797">
          <p15:clr>
            <a:srgbClr val="E46962"/>
          </p15:clr>
        </p15:guide>
        <p15:guide id="6" pos="4956">
          <p15:clr>
            <a:srgbClr val="E46962"/>
          </p15:clr>
        </p15:guide>
        <p15:guide id="7" pos="5116">
          <p15:clr>
            <a:srgbClr val="E46962"/>
          </p15:clr>
        </p15:guide>
        <p15:guide id="8" pos="5276">
          <p15:clr>
            <a:srgbClr val="E46962"/>
          </p15:clr>
        </p15:guide>
        <p15:guide id="9" pos="5442">
          <p15:clr>
            <a:srgbClr val="E46962"/>
          </p15:clr>
        </p15:guide>
        <p15:guide id="10" pos="5595">
          <p15:clr>
            <a:srgbClr val="E46962"/>
          </p15:clr>
        </p15:guide>
        <p15:guide id="11" pos="390">
          <p15:clr>
            <a:srgbClr val="E46962"/>
          </p15:clr>
        </p15:guide>
        <p15:guide id="12" pos="5760">
          <p15:clr>
            <a:srgbClr val="E46962"/>
          </p15:clr>
        </p15:guide>
        <p15:guide id="13" orient="horz" pos="168">
          <p15:clr>
            <a:srgbClr val="E46962"/>
          </p15:clr>
        </p15:guide>
        <p15:guide id="14" orient="horz" pos="31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section dividers">
  <p:cSld name="CUSTOM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idx="1" type="subTitle"/>
          </p:nvPr>
        </p:nvSpPr>
        <p:spPr>
          <a:xfrm>
            <a:off x="923475" y="1557650"/>
            <a:ext cx="29427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"/>
          <p:cNvSpPr txBox="1"/>
          <p:nvPr>
            <p:ph idx="2" type="subTitle"/>
          </p:nvPr>
        </p:nvSpPr>
        <p:spPr>
          <a:xfrm>
            <a:off x="923475" y="2455725"/>
            <a:ext cx="27558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"/>
          <p:cNvSpPr/>
          <p:nvPr>
            <p:ph idx="3" type="pic"/>
          </p:nvPr>
        </p:nvSpPr>
        <p:spPr>
          <a:xfrm>
            <a:off x="4163550" y="479400"/>
            <a:ext cx="3071400" cy="34332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sp>
      <p:sp>
        <p:nvSpPr>
          <p:cNvPr id="41" name="Google Shape;41;p3"/>
          <p:cNvSpPr txBox="1"/>
          <p:nvPr>
            <p:ph idx="4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5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6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7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8" type="subTitle"/>
          </p:nvPr>
        </p:nvSpPr>
        <p:spPr>
          <a:xfrm rot="-5400000">
            <a:off x="7331117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9" type="subTitle"/>
          </p:nvPr>
        </p:nvSpPr>
        <p:spPr>
          <a:xfrm rot="-5400000">
            <a:off x="7294517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3" type="subTitle"/>
          </p:nvPr>
        </p:nvSpPr>
        <p:spPr>
          <a:xfrm rot="-5400000">
            <a:off x="7584608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4" type="subTitle"/>
          </p:nvPr>
        </p:nvSpPr>
        <p:spPr>
          <a:xfrm rot="-5400000">
            <a:off x="7173022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5" type="subTitle"/>
          </p:nvPr>
        </p:nvSpPr>
        <p:spPr>
          <a:xfrm rot="-5400000">
            <a:off x="7548008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6" type="subTitle"/>
          </p:nvPr>
        </p:nvSpPr>
        <p:spPr>
          <a:xfrm rot="-5400000">
            <a:off x="7838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idx="17" type="subTitle"/>
          </p:nvPr>
        </p:nvSpPr>
        <p:spPr>
          <a:xfrm rot="-5400000">
            <a:off x="78015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"/>
          <p:cNvSpPr txBox="1"/>
          <p:nvPr>
            <p:ph idx="18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"/>
          <p:cNvSpPr txBox="1"/>
          <p:nvPr>
            <p:ph idx="19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"/>
          <p:cNvSpPr txBox="1"/>
          <p:nvPr>
            <p:ph idx="20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"/>
          <p:cNvSpPr txBox="1"/>
          <p:nvPr>
            <p:ph idx="21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"/>
          <p:cNvSpPr txBox="1"/>
          <p:nvPr>
            <p:ph idx="22" type="subTitle"/>
          </p:nvPr>
        </p:nvSpPr>
        <p:spPr>
          <a:xfrm rot="-5400000">
            <a:off x="8303720" y="366125"/>
            <a:ext cx="896100" cy="2484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"/>
          <p:cNvSpPr txBox="1"/>
          <p:nvPr>
            <p:ph idx="23" type="subTitle"/>
          </p:nvPr>
        </p:nvSpPr>
        <p:spPr>
          <a:xfrm rot="-5400000">
            <a:off x="80915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24" type="subTitle"/>
          </p:nvPr>
        </p:nvSpPr>
        <p:spPr>
          <a:xfrm rot="-5400000">
            <a:off x="80549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"/>
          <p:cNvSpPr txBox="1"/>
          <p:nvPr>
            <p:ph idx="25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idx="26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>
            <p:ph idx="27" type="subTitle"/>
          </p:nvPr>
        </p:nvSpPr>
        <p:spPr>
          <a:xfrm rot="-5400000">
            <a:off x="6932746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"/>
          <p:cNvSpPr txBox="1"/>
          <p:nvPr>
            <p:ph idx="28" type="subTitle"/>
          </p:nvPr>
        </p:nvSpPr>
        <p:spPr>
          <a:xfrm rot="-5400000">
            <a:off x="74274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"/>
          <p:cNvSpPr txBox="1"/>
          <p:nvPr>
            <p:ph idx="29" type="subTitle"/>
          </p:nvPr>
        </p:nvSpPr>
        <p:spPr>
          <a:xfrm rot="-5400000">
            <a:off x="76908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"/>
          <p:cNvSpPr txBox="1"/>
          <p:nvPr>
            <p:ph idx="30" type="subTitle"/>
          </p:nvPr>
        </p:nvSpPr>
        <p:spPr>
          <a:xfrm rot="-5400000">
            <a:off x="8340546" y="4567150"/>
            <a:ext cx="822900" cy="2484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3" name="Google Shape;73;p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section dividers">
  <p:cSld name="CUSTOM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>
            <p:ph type="title"/>
          </p:nvPr>
        </p:nvSpPr>
        <p:spPr>
          <a:xfrm>
            <a:off x="1031075" y="114300"/>
            <a:ext cx="64428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" type="subTitle"/>
          </p:nvPr>
        </p:nvSpPr>
        <p:spPr>
          <a:xfrm>
            <a:off x="1031075" y="1235275"/>
            <a:ext cx="3575700" cy="13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Roboto Light"/>
              <a:buNone/>
              <a:defRPr sz="19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78" name="Google Shape;78;p6"/>
          <p:cNvSpPr txBox="1"/>
          <p:nvPr>
            <p:ph idx="2" type="subTitle"/>
          </p:nvPr>
        </p:nvSpPr>
        <p:spPr>
          <a:xfrm>
            <a:off x="5578299" y="3182825"/>
            <a:ext cx="2303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6"/>
          <p:cNvSpPr txBox="1"/>
          <p:nvPr>
            <p:ph idx="3" type="subTitle"/>
          </p:nvPr>
        </p:nvSpPr>
        <p:spPr>
          <a:xfrm>
            <a:off x="5578300" y="3600525"/>
            <a:ext cx="20802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"/>
          <p:cNvSpPr txBox="1"/>
          <p:nvPr>
            <p:ph idx="4" type="subTitle"/>
          </p:nvPr>
        </p:nvSpPr>
        <p:spPr>
          <a:xfrm>
            <a:off x="3304687" y="3182825"/>
            <a:ext cx="2303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" name="Google Shape;81;p6"/>
          <p:cNvSpPr txBox="1"/>
          <p:nvPr>
            <p:ph idx="5" type="subTitle"/>
          </p:nvPr>
        </p:nvSpPr>
        <p:spPr>
          <a:xfrm>
            <a:off x="3304687" y="3600525"/>
            <a:ext cx="20802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"/>
          <p:cNvSpPr txBox="1"/>
          <p:nvPr>
            <p:ph idx="6" type="subTitle"/>
          </p:nvPr>
        </p:nvSpPr>
        <p:spPr>
          <a:xfrm>
            <a:off x="1031075" y="3182825"/>
            <a:ext cx="2303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" name="Google Shape;83;p6"/>
          <p:cNvSpPr txBox="1"/>
          <p:nvPr>
            <p:ph idx="7" type="subTitle"/>
          </p:nvPr>
        </p:nvSpPr>
        <p:spPr>
          <a:xfrm>
            <a:off x="1031075" y="3600525"/>
            <a:ext cx="20802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8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"/>
          <p:cNvSpPr txBox="1"/>
          <p:nvPr>
            <p:ph idx="9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3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4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"/>
          <p:cNvSpPr txBox="1"/>
          <p:nvPr>
            <p:ph idx="15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"/>
          <p:cNvSpPr txBox="1"/>
          <p:nvPr>
            <p:ph idx="16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17" type="subTitle"/>
          </p:nvPr>
        </p:nvSpPr>
        <p:spPr>
          <a:xfrm rot="-5400000">
            <a:off x="7584608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"/>
          <p:cNvSpPr txBox="1"/>
          <p:nvPr>
            <p:ph idx="18" type="subTitle"/>
          </p:nvPr>
        </p:nvSpPr>
        <p:spPr>
          <a:xfrm rot="-5400000">
            <a:off x="7173022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"/>
          <p:cNvSpPr txBox="1"/>
          <p:nvPr>
            <p:ph idx="19" type="subTitle"/>
          </p:nvPr>
        </p:nvSpPr>
        <p:spPr>
          <a:xfrm rot="-5400000">
            <a:off x="7548008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"/>
          <p:cNvSpPr txBox="1"/>
          <p:nvPr>
            <p:ph idx="20" type="subTitle"/>
          </p:nvPr>
        </p:nvSpPr>
        <p:spPr>
          <a:xfrm rot="-5400000">
            <a:off x="7838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"/>
          <p:cNvSpPr txBox="1"/>
          <p:nvPr>
            <p:ph idx="21" type="subTitle"/>
          </p:nvPr>
        </p:nvSpPr>
        <p:spPr>
          <a:xfrm rot="-5400000">
            <a:off x="78015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"/>
          <p:cNvSpPr txBox="1"/>
          <p:nvPr>
            <p:ph idx="22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"/>
          <p:cNvSpPr txBox="1"/>
          <p:nvPr>
            <p:ph idx="23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"/>
          <p:cNvSpPr txBox="1"/>
          <p:nvPr>
            <p:ph idx="24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"/>
          <p:cNvSpPr txBox="1"/>
          <p:nvPr>
            <p:ph idx="25" type="subTitle"/>
          </p:nvPr>
        </p:nvSpPr>
        <p:spPr>
          <a:xfrm rot="-5400000">
            <a:off x="8345233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"/>
          <p:cNvSpPr txBox="1"/>
          <p:nvPr>
            <p:ph idx="26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"/>
          <p:cNvSpPr txBox="1"/>
          <p:nvPr>
            <p:ph idx="27" type="subTitle"/>
          </p:nvPr>
        </p:nvSpPr>
        <p:spPr>
          <a:xfrm rot="-5400000">
            <a:off x="8308483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"/>
          <p:cNvSpPr txBox="1"/>
          <p:nvPr>
            <p:ph idx="28" type="subTitle"/>
          </p:nvPr>
        </p:nvSpPr>
        <p:spPr>
          <a:xfrm rot="-5400000">
            <a:off x="80915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"/>
          <p:cNvSpPr txBox="1"/>
          <p:nvPr>
            <p:ph idx="29" type="subTitle"/>
          </p:nvPr>
        </p:nvSpPr>
        <p:spPr>
          <a:xfrm rot="-5400000">
            <a:off x="80549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"/>
          <p:cNvSpPr txBox="1"/>
          <p:nvPr>
            <p:ph idx="30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31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"/>
          <p:cNvSpPr txBox="1"/>
          <p:nvPr>
            <p:ph idx="32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"/>
          <p:cNvSpPr txBox="1"/>
          <p:nvPr>
            <p:ph idx="33" type="subTitle"/>
          </p:nvPr>
        </p:nvSpPr>
        <p:spPr>
          <a:xfrm rot="-5400000">
            <a:off x="74274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"/>
          <p:cNvSpPr txBox="1"/>
          <p:nvPr>
            <p:ph idx="34" type="subTitle"/>
          </p:nvPr>
        </p:nvSpPr>
        <p:spPr>
          <a:xfrm rot="-5400000">
            <a:off x="76908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3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with section dividers">
  <p:cSld name="CUSTOM_1_1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1324713" y="121125"/>
            <a:ext cx="6442800" cy="22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"/>
          <p:cNvSpPr/>
          <p:nvPr>
            <p:ph idx="2" type="pic"/>
          </p:nvPr>
        </p:nvSpPr>
        <p:spPr>
          <a:xfrm>
            <a:off x="1324713" y="1715450"/>
            <a:ext cx="1441800" cy="16116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sp>
      <p:sp>
        <p:nvSpPr>
          <p:cNvPr id="111" name="Google Shape;111;p7"/>
          <p:cNvSpPr/>
          <p:nvPr>
            <p:ph idx="3" type="pic"/>
          </p:nvPr>
        </p:nvSpPr>
        <p:spPr>
          <a:xfrm>
            <a:off x="3625350" y="1715450"/>
            <a:ext cx="1441800" cy="16116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sp>
      <p:sp>
        <p:nvSpPr>
          <p:cNvPr id="112" name="Google Shape;112;p7"/>
          <p:cNvSpPr/>
          <p:nvPr>
            <p:ph idx="4" type="pic"/>
          </p:nvPr>
        </p:nvSpPr>
        <p:spPr>
          <a:xfrm>
            <a:off x="5925988" y="1715450"/>
            <a:ext cx="1441800" cy="16116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sp>
      <p:sp>
        <p:nvSpPr>
          <p:cNvPr id="113" name="Google Shape;113;p7"/>
          <p:cNvSpPr txBox="1"/>
          <p:nvPr>
            <p:ph idx="1" type="subTitle"/>
          </p:nvPr>
        </p:nvSpPr>
        <p:spPr>
          <a:xfrm>
            <a:off x="1324713" y="3492200"/>
            <a:ext cx="20880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4" name="Google Shape;114;p7"/>
          <p:cNvSpPr txBox="1"/>
          <p:nvPr>
            <p:ph idx="5" type="subTitle"/>
          </p:nvPr>
        </p:nvSpPr>
        <p:spPr>
          <a:xfrm>
            <a:off x="3637156" y="3492200"/>
            <a:ext cx="20880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5" name="Google Shape;115;p7"/>
          <p:cNvSpPr txBox="1"/>
          <p:nvPr>
            <p:ph idx="6" type="subTitle"/>
          </p:nvPr>
        </p:nvSpPr>
        <p:spPr>
          <a:xfrm>
            <a:off x="5925988" y="3492200"/>
            <a:ext cx="20880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6" name="Google Shape;116;p7"/>
          <p:cNvSpPr txBox="1"/>
          <p:nvPr>
            <p:ph idx="7" type="subTitle"/>
          </p:nvPr>
        </p:nvSpPr>
        <p:spPr>
          <a:xfrm>
            <a:off x="1324713" y="4040125"/>
            <a:ext cx="19980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"/>
          <p:cNvSpPr txBox="1"/>
          <p:nvPr>
            <p:ph idx="8" type="subTitle"/>
          </p:nvPr>
        </p:nvSpPr>
        <p:spPr>
          <a:xfrm>
            <a:off x="3637147" y="4040125"/>
            <a:ext cx="21636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"/>
          <p:cNvSpPr txBox="1"/>
          <p:nvPr>
            <p:ph idx="9" type="subTitle"/>
          </p:nvPr>
        </p:nvSpPr>
        <p:spPr>
          <a:xfrm>
            <a:off x="5925988" y="4040125"/>
            <a:ext cx="20604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7"/>
          <p:cNvSpPr txBox="1"/>
          <p:nvPr>
            <p:ph idx="13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"/>
          <p:cNvSpPr txBox="1"/>
          <p:nvPr>
            <p:ph idx="14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"/>
          <p:cNvSpPr txBox="1"/>
          <p:nvPr>
            <p:ph idx="15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"/>
          <p:cNvSpPr txBox="1"/>
          <p:nvPr>
            <p:ph idx="16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7"/>
          <p:cNvSpPr txBox="1"/>
          <p:nvPr>
            <p:ph idx="17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7"/>
          <p:cNvSpPr txBox="1"/>
          <p:nvPr>
            <p:ph idx="18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7"/>
          <p:cNvSpPr txBox="1"/>
          <p:nvPr>
            <p:ph idx="19" type="subTitle"/>
          </p:nvPr>
        </p:nvSpPr>
        <p:spPr>
          <a:xfrm rot="-5400000">
            <a:off x="513446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"/>
          <p:cNvSpPr txBox="1"/>
          <p:nvPr>
            <p:ph idx="20" type="subTitle"/>
          </p:nvPr>
        </p:nvSpPr>
        <p:spPr>
          <a:xfrm rot="-5400000">
            <a:off x="93229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"/>
          <p:cNvSpPr txBox="1"/>
          <p:nvPr>
            <p:ph idx="21" type="subTitle"/>
          </p:nvPr>
        </p:nvSpPr>
        <p:spPr>
          <a:xfrm rot="-5400000">
            <a:off x="476846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7"/>
          <p:cNvSpPr txBox="1"/>
          <p:nvPr>
            <p:ph idx="22" type="subTitle"/>
          </p:nvPr>
        </p:nvSpPr>
        <p:spPr>
          <a:xfrm rot="-5400000">
            <a:off x="7838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7"/>
          <p:cNvSpPr txBox="1"/>
          <p:nvPr>
            <p:ph idx="23" type="subTitle"/>
          </p:nvPr>
        </p:nvSpPr>
        <p:spPr>
          <a:xfrm rot="-5400000">
            <a:off x="78015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7"/>
          <p:cNvSpPr txBox="1"/>
          <p:nvPr>
            <p:ph idx="24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7"/>
          <p:cNvSpPr txBox="1"/>
          <p:nvPr>
            <p:ph idx="25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"/>
          <p:cNvSpPr txBox="1"/>
          <p:nvPr>
            <p:ph idx="26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"/>
          <p:cNvSpPr txBox="1"/>
          <p:nvPr>
            <p:ph idx="27" type="subTitle"/>
          </p:nvPr>
        </p:nvSpPr>
        <p:spPr>
          <a:xfrm rot="-5400000">
            <a:off x="8345233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7"/>
          <p:cNvSpPr txBox="1"/>
          <p:nvPr>
            <p:ph idx="28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"/>
          <p:cNvSpPr txBox="1"/>
          <p:nvPr>
            <p:ph idx="29" type="subTitle"/>
          </p:nvPr>
        </p:nvSpPr>
        <p:spPr>
          <a:xfrm rot="-5400000">
            <a:off x="8308483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7"/>
          <p:cNvSpPr txBox="1"/>
          <p:nvPr>
            <p:ph idx="30" type="subTitle"/>
          </p:nvPr>
        </p:nvSpPr>
        <p:spPr>
          <a:xfrm rot="-5400000">
            <a:off x="80915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7"/>
          <p:cNvSpPr txBox="1"/>
          <p:nvPr>
            <p:ph idx="31" type="subTitle"/>
          </p:nvPr>
        </p:nvSpPr>
        <p:spPr>
          <a:xfrm rot="-5400000">
            <a:off x="80549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"/>
          <p:cNvSpPr txBox="1"/>
          <p:nvPr>
            <p:ph idx="32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"/>
          <p:cNvSpPr txBox="1"/>
          <p:nvPr>
            <p:ph idx="33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"/>
          <p:cNvSpPr txBox="1"/>
          <p:nvPr>
            <p:ph idx="34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"/>
          <p:cNvSpPr txBox="1"/>
          <p:nvPr>
            <p:ph idx="35" type="subTitle"/>
          </p:nvPr>
        </p:nvSpPr>
        <p:spPr>
          <a:xfrm rot="-5400000">
            <a:off x="74274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idx="36" type="subTitle"/>
          </p:nvPr>
        </p:nvSpPr>
        <p:spPr>
          <a:xfrm rot="-5400000">
            <a:off x="76908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with section dividers">
  <p:cSld name="CUSTOM_1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1640675" y="114300"/>
            <a:ext cx="64428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8"/>
          <p:cNvSpPr txBox="1"/>
          <p:nvPr>
            <p:ph idx="1" type="subTitle"/>
          </p:nvPr>
        </p:nvSpPr>
        <p:spPr>
          <a:xfrm>
            <a:off x="1640675" y="2646375"/>
            <a:ext cx="35757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Roboto Light"/>
              <a:buNone/>
              <a:defRPr sz="19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8"/>
          <p:cNvSpPr txBox="1"/>
          <p:nvPr>
            <p:ph idx="2" type="subTitle"/>
          </p:nvPr>
        </p:nvSpPr>
        <p:spPr>
          <a:xfrm>
            <a:off x="1640675" y="2205700"/>
            <a:ext cx="55338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8"/>
          <p:cNvSpPr txBox="1"/>
          <p:nvPr>
            <p:ph idx="3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8"/>
          <p:cNvSpPr txBox="1"/>
          <p:nvPr>
            <p:ph idx="4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5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6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8"/>
          <p:cNvSpPr txBox="1"/>
          <p:nvPr>
            <p:ph idx="7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8"/>
          <p:cNvSpPr txBox="1"/>
          <p:nvPr>
            <p:ph idx="8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8"/>
          <p:cNvSpPr txBox="1"/>
          <p:nvPr>
            <p:ph idx="9" type="subTitle"/>
          </p:nvPr>
        </p:nvSpPr>
        <p:spPr>
          <a:xfrm rot="-5400000">
            <a:off x="513446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8"/>
          <p:cNvSpPr txBox="1"/>
          <p:nvPr>
            <p:ph idx="13" type="subTitle"/>
          </p:nvPr>
        </p:nvSpPr>
        <p:spPr>
          <a:xfrm rot="-5400000">
            <a:off x="93229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8"/>
          <p:cNvSpPr txBox="1"/>
          <p:nvPr>
            <p:ph idx="14" type="subTitle"/>
          </p:nvPr>
        </p:nvSpPr>
        <p:spPr>
          <a:xfrm rot="-5400000">
            <a:off x="476846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8"/>
          <p:cNvSpPr txBox="1"/>
          <p:nvPr>
            <p:ph idx="15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8"/>
          <p:cNvSpPr txBox="1"/>
          <p:nvPr>
            <p:ph idx="16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8"/>
          <p:cNvSpPr txBox="1"/>
          <p:nvPr>
            <p:ph idx="17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8"/>
          <p:cNvSpPr txBox="1"/>
          <p:nvPr>
            <p:ph idx="18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8"/>
          <p:cNvSpPr txBox="1"/>
          <p:nvPr>
            <p:ph idx="19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8"/>
          <p:cNvSpPr txBox="1"/>
          <p:nvPr>
            <p:ph idx="20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8"/>
          <p:cNvSpPr txBox="1"/>
          <p:nvPr>
            <p:ph idx="21" type="subTitle"/>
          </p:nvPr>
        </p:nvSpPr>
        <p:spPr>
          <a:xfrm rot="-5400000">
            <a:off x="8345233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8"/>
          <p:cNvSpPr txBox="1"/>
          <p:nvPr>
            <p:ph idx="22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8"/>
          <p:cNvSpPr txBox="1"/>
          <p:nvPr>
            <p:ph idx="23" type="subTitle"/>
          </p:nvPr>
        </p:nvSpPr>
        <p:spPr>
          <a:xfrm rot="-5400000">
            <a:off x="8308483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8"/>
          <p:cNvSpPr txBox="1"/>
          <p:nvPr>
            <p:ph idx="24" type="subTitle"/>
          </p:nvPr>
        </p:nvSpPr>
        <p:spPr>
          <a:xfrm rot="-5400000">
            <a:off x="80915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8"/>
          <p:cNvSpPr txBox="1"/>
          <p:nvPr>
            <p:ph idx="25" type="subTitle"/>
          </p:nvPr>
        </p:nvSpPr>
        <p:spPr>
          <a:xfrm rot="-5400000">
            <a:off x="80549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8"/>
          <p:cNvSpPr txBox="1"/>
          <p:nvPr>
            <p:ph idx="26" type="subTitle"/>
          </p:nvPr>
        </p:nvSpPr>
        <p:spPr>
          <a:xfrm rot="-5400000">
            <a:off x="76908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8"/>
          <p:cNvSpPr txBox="1"/>
          <p:nvPr>
            <p:ph idx="27" type="subTitle"/>
          </p:nvPr>
        </p:nvSpPr>
        <p:spPr>
          <a:xfrm rot="-5400000">
            <a:off x="7608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8"/>
          <p:cNvSpPr txBox="1"/>
          <p:nvPr>
            <p:ph idx="28" type="subTitle"/>
          </p:nvPr>
        </p:nvSpPr>
        <p:spPr>
          <a:xfrm rot="-5400000">
            <a:off x="7242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8"/>
          <p:cNvSpPr txBox="1"/>
          <p:nvPr>
            <p:ph idx="29" type="subTitle"/>
          </p:nvPr>
        </p:nvSpPr>
        <p:spPr>
          <a:xfrm rot="-5400000">
            <a:off x="3501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12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section dividers">
  <p:cSld name="CUSTOM_1_1_1_1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idx="1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9"/>
          <p:cNvSpPr txBox="1"/>
          <p:nvPr>
            <p:ph idx="2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9"/>
          <p:cNvSpPr txBox="1"/>
          <p:nvPr>
            <p:ph idx="3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9"/>
          <p:cNvSpPr txBox="1"/>
          <p:nvPr>
            <p:ph idx="4" type="subTitle"/>
          </p:nvPr>
        </p:nvSpPr>
        <p:spPr>
          <a:xfrm rot="-5400000">
            <a:off x="8345233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9"/>
          <p:cNvSpPr txBox="1"/>
          <p:nvPr>
            <p:ph idx="5" type="subTitle"/>
          </p:nvPr>
        </p:nvSpPr>
        <p:spPr>
          <a:xfrm rot="-5400000">
            <a:off x="7937504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9"/>
          <p:cNvSpPr txBox="1"/>
          <p:nvPr>
            <p:ph idx="6" type="subTitle"/>
          </p:nvPr>
        </p:nvSpPr>
        <p:spPr>
          <a:xfrm rot="-5400000">
            <a:off x="8308483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9"/>
          <p:cNvSpPr txBox="1"/>
          <p:nvPr>
            <p:ph idx="7" type="subTitle"/>
          </p:nvPr>
        </p:nvSpPr>
        <p:spPr>
          <a:xfrm rot="-5400000">
            <a:off x="10192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9"/>
          <p:cNvSpPr txBox="1"/>
          <p:nvPr>
            <p:ph idx="8" type="subTitle"/>
          </p:nvPr>
        </p:nvSpPr>
        <p:spPr>
          <a:xfrm rot="-5400000">
            <a:off x="9826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9"/>
          <p:cNvSpPr txBox="1"/>
          <p:nvPr>
            <p:ph idx="9" type="subTitle"/>
          </p:nvPr>
        </p:nvSpPr>
        <p:spPr>
          <a:xfrm rot="-5400000">
            <a:off x="6185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9"/>
          <p:cNvSpPr txBox="1"/>
          <p:nvPr>
            <p:ph idx="13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9"/>
          <p:cNvSpPr txBox="1"/>
          <p:nvPr>
            <p:ph idx="14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9"/>
          <p:cNvSpPr txBox="1"/>
          <p:nvPr>
            <p:ph idx="15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9"/>
          <p:cNvSpPr txBox="1"/>
          <p:nvPr>
            <p:ph idx="16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9"/>
          <p:cNvSpPr txBox="1"/>
          <p:nvPr>
            <p:ph idx="17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9"/>
          <p:cNvSpPr txBox="1"/>
          <p:nvPr>
            <p:ph idx="18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9"/>
          <p:cNvSpPr txBox="1"/>
          <p:nvPr>
            <p:ph idx="19" type="subTitle"/>
          </p:nvPr>
        </p:nvSpPr>
        <p:spPr>
          <a:xfrm rot="-5400000">
            <a:off x="513446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9"/>
          <p:cNvSpPr txBox="1"/>
          <p:nvPr>
            <p:ph idx="20" type="subTitle"/>
          </p:nvPr>
        </p:nvSpPr>
        <p:spPr>
          <a:xfrm rot="-5400000">
            <a:off x="93229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9"/>
          <p:cNvSpPr txBox="1"/>
          <p:nvPr>
            <p:ph idx="21" type="subTitle"/>
          </p:nvPr>
        </p:nvSpPr>
        <p:spPr>
          <a:xfrm rot="-5400000">
            <a:off x="476846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9"/>
          <p:cNvSpPr txBox="1"/>
          <p:nvPr>
            <p:ph idx="22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9"/>
          <p:cNvSpPr txBox="1"/>
          <p:nvPr>
            <p:ph idx="23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9"/>
          <p:cNvSpPr txBox="1"/>
          <p:nvPr>
            <p:ph idx="24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9"/>
          <p:cNvSpPr txBox="1"/>
          <p:nvPr>
            <p:ph idx="25" type="subTitle"/>
          </p:nvPr>
        </p:nvSpPr>
        <p:spPr>
          <a:xfrm rot="-5400000">
            <a:off x="7608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9"/>
          <p:cNvSpPr txBox="1"/>
          <p:nvPr>
            <p:ph idx="26" type="subTitle"/>
          </p:nvPr>
        </p:nvSpPr>
        <p:spPr>
          <a:xfrm rot="-5400000">
            <a:off x="7242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9"/>
          <p:cNvSpPr txBox="1"/>
          <p:nvPr>
            <p:ph idx="27" type="subTitle"/>
          </p:nvPr>
        </p:nvSpPr>
        <p:spPr>
          <a:xfrm rot="-5400000">
            <a:off x="3501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section dividers">
  <p:cSld name="CUSTOM_1_1_1_1_1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>
            <p:ph type="title"/>
          </p:nvPr>
        </p:nvSpPr>
        <p:spPr>
          <a:xfrm>
            <a:off x="2338150" y="114300"/>
            <a:ext cx="6442800" cy="24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0"/>
          <p:cNvSpPr txBox="1"/>
          <p:nvPr>
            <p:ph idx="1" type="subTitle"/>
          </p:nvPr>
        </p:nvSpPr>
        <p:spPr>
          <a:xfrm>
            <a:off x="2338150" y="3498725"/>
            <a:ext cx="58125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0"/>
          <p:cNvSpPr txBox="1"/>
          <p:nvPr>
            <p:ph idx="2" type="subTitle"/>
          </p:nvPr>
        </p:nvSpPr>
        <p:spPr>
          <a:xfrm rot="-5400000">
            <a:off x="86094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0"/>
          <p:cNvSpPr txBox="1"/>
          <p:nvPr>
            <p:ph idx="3" type="subTitle"/>
          </p:nvPr>
        </p:nvSpPr>
        <p:spPr>
          <a:xfrm rot="-5400000">
            <a:off x="81994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0"/>
          <p:cNvSpPr txBox="1"/>
          <p:nvPr>
            <p:ph idx="4" type="subTitle"/>
          </p:nvPr>
        </p:nvSpPr>
        <p:spPr>
          <a:xfrm rot="-5400000">
            <a:off x="85728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0"/>
          <p:cNvSpPr txBox="1"/>
          <p:nvPr>
            <p:ph idx="5" type="subTitle"/>
          </p:nvPr>
        </p:nvSpPr>
        <p:spPr>
          <a:xfrm rot="-5400000">
            <a:off x="1283021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0"/>
          <p:cNvSpPr txBox="1"/>
          <p:nvPr>
            <p:ph idx="6" type="subTitle"/>
          </p:nvPr>
        </p:nvSpPr>
        <p:spPr>
          <a:xfrm rot="-5400000">
            <a:off x="875292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0"/>
          <p:cNvSpPr txBox="1"/>
          <p:nvPr>
            <p:ph idx="7" type="subTitle"/>
          </p:nvPr>
        </p:nvSpPr>
        <p:spPr>
          <a:xfrm rot="-5400000">
            <a:off x="1246271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0"/>
          <p:cNvSpPr txBox="1"/>
          <p:nvPr>
            <p:ph idx="8" type="subTitle"/>
          </p:nvPr>
        </p:nvSpPr>
        <p:spPr>
          <a:xfrm rot="-5400000">
            <a:off x="10192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0"/>
          <p:cNvSpPr txBox="1"/>
          <p:nvPr>
            <p:ph idx="9" type="subTitle"/>
          </p:nvPr>
        </p:nvSpPr>
        <p:spPr>
          <a:xfrm rot="-5400000">
            <a:off x="9826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0"/>
          <p:cNvSpPr txBox="1"/>
          <p:nvPr>
            <p:ph idx="13" type="subTitle"/>
          </p:nvPr>
        </p:nvSpPr>
        <p:spPr>
          <a:xfrm rot="-5400000">
            <a:off x="6185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0"/>
          <p:cNvSpPr txBox="1"/>
          <p:nvPr>
            <p:ph idx="14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0"/>
          <p:cNvSpPr txBox="1"/>
          <p:nvPr>
            <p:ph idx="15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0"/>
          <p:cNvSpPr txBox="1"/>
          <p:nvPr>
            <p:ph idx="16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0"/>
          <p:cNvSpPr txBox="1"/>
          <p:nvPr>
            <p:ph idx="17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0"/>
          <p:cNvSpPr txBox="1"/>
          <p:nvPr>
            <p:ph idx="18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0"/>
          <p:cNvSpPr txBox="1"/>
          <p:nvPr>
            <p:ph idx="19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0"/>
          <p:cNvSpPr txBox="1"/>
          <p:nvPr>
            <p:ph idx="20" type="subTitle"/>
          </p:nvPr>
        </p:nvSpPr>
        <p:spPr>
          <a:xfrm rot="-5400000">
            <a:off x="513446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0"/>
          <p:cNvSpPr txBox="1"/>
          <p:nvPr>
            <p:ph idx="21" type="subTitle"/>
          </p:nvPr>
        </p:nvSpPr>
        <p:spPr>
          <a:xfrm rot="-5400000">
            <a:off x="93229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0"/>
          <p:cNvSpPr txBox="1"/>
          <p:nvPr>
            <p:ph idx="22" type="subTitle"/>
          </p:nvPr>
        </p:nvSpPr>
        <p:spPr>
          <a:xfrm rot="-5400000">
            <a:off x="476846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0"/>
          <p:cNvSpPr txBox="1"/>
          <p:nvPr>
            <p:ph idx="23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0"/>
          <p:cNvSpPr txBox="1"/>
          <p:nvPr>
            <p:ph idx="24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0"/>
          <p:cNvSpPr txBox="1"/>
          <p:nvPr>
            <p:ph idx="25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0"/>
          <p:cNvSpPr txBox="1"/>
          <p:nvPr>
            <p:ph idx="26" type="subTitle"/>
          </p:nvPr>
        </p:nvSpPr>
        <p:spPr>
          <a:xfrm rot="-5400000">
            <a:off x="7608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0"/>
          <p:cNvSpPr txBox="1"/>
          <p:nvPr>
            <p:ph idx="27" type="subTitle"/>
          </p:nvPr>
        </p:nvSpPr>
        <p:spPr>
          <a:xfrm rot="-5400000">
            <a:off x="7242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0"/>
          <p:cNvSpPr txBox="1"/>
          <p:nvPr>
            <p:ph idx="28" type="subTitle"/>
          </p:nvPr>
        </p:nvSpPr>
        <p:spPr>
          <a:xfrm rot="-5400000">
            <a:off x="3501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  <p15:guide id="17" orient="horz" pos="2204">
          <p15:clr>
            <a:srgbClr val="E46962"/>
          </p15:clr>
        </p15:guide>
        <p15:guide id="18" orient="horz" pos="262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ection binding">
  <p:cSld name="CUSTOM_1_1_1_1_1_1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1818000" y="-33075"/>
            <a:ext cx="7326300" cy="5204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25" name="Google Shape;225;p11"/>
          <p:cNvSpPr txBox="1"/>
          <p:nvPr>
            <p:ph type="title"/>
          </p:nvPr>
        </p:nvSpPr>
        <p:spPr>
          <a:xfrm>
            <a:off x="2338150" y="114300"/>
            <a:ext cx="6442800" cy="24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1"/>
          <p:cNvSpPr txBox="1"/>
          <p:nvPr>
            <p:ph idx="1" type="subTitle"/>
          </p:nvPr>
        </p:nvSpPr>
        <p:spPr>
          <a:xfrm rot="-5400000">
            <a:off x="101929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1"/>
          <p:cNvSpPr txBox="1"/>
          <p:nvPr>
            <p:ph idx="2" type="subTitle"/>
          </p:nvPr>
        </p:nvSpPr>
        <p:spPr>
          <a:xfrm rot="-5400000">
            <a:off x="982692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1"/>
          <p:cNvSpPr txBox="1"/>
          <p:nvPr>
            <p:ph idx="3" type="subTitle"/>
          </p:nvPr>
        </p:nvSpPr>
        <p:spPr>
          <a:xfrm rot="-5400000">
            <a:off x="618596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1"/>
          <p:cNvSpPr txBox="1"/>
          <p:nvPr>
            <p:ph idx="4" type="subTitle"/>
          </p:nvPr>
        </p:nvSpPr>
        <p:spPr>
          <a:xfrm rot="-5400000">
            <a:off x="-283500" y="328925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1"/>
          <p:cNvSpPr txBox="1"/>
          <p:nvPr>
            <p:ph idx="5" type="subTitle"/>
          </p:nvPr>
        </p:nvSpPr>
        <p:spPr>
          <a:xfrm rot="-5400000">
            <a:off x="-2835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1"/>
          <p:cNvSpPr txBox="1"/>
          <p:nvPr>
            <p:ph idx="6" type="subTitle"/>
          </p:nvPr>
        </p:nvSpPr>
        <p:spPr>
          <a:xfrm rot="-5400000">
            <a:off x="-231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1"/>
          <p:cNvSpPr txBox="1"/>
          <p:nvPr>
            <p:ph idx="7" type="subTitle"/>
          </p:nvPr>
        </p:nvSpPr>
        <p:spPr>
          <a:xfrm rot="-5400000">
            <a:off x="-22800" y="328625"/>
            <a:ext cx="8223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1"/>
          <p:cNvSpPr txBox="1"/>
          <p:nvPr>
            <p:ph idx="8" type="subTitle"/>
          </p:nvPr>
        </p:nvSpPr>
        <p:spPr>
          <a:xfrm rot="-5400000">
            <a:off x="226242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1"/>
          <p:cNvSpPr txBox="1"/>
          <p:nvPr>
            <p:ph idx="9" type="subTitle"/>
          </p:nvPr>
        </p:nvSpPr>
        <p:spPr>
          <a:xfrm rot="-5400000">
            <a:off x="189642" y="36792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1"/>
          <p:cNvSpPr txBox="1"/>
          <p:nvPr>
            <p:ph idx="13" type="subTitle"/>
          </p:nvPr>
        </p:nvSpPr>
        <p:spPr>
          <a:xfrm rot="-5400000">
            <a:off x="513446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1"/>
          <p:cNvSpPr txBox="1"/>
          <p:nvPr>
            <p:ph idx="14" type="subTitle"/>
          </p:nvPr>
        </p:nvSpPr>
        <p:spPr>
          <a:xfrm rot="-5400000">
            <a:off x="93229" y="2436750"/>
            <a:ext cx="1645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1"/>
          <p:cNvSpPr txBox="1"/>
          <p:nvPr>
            <p:ph idx="15" type="subTitle"/>
          </p:nvPr>
        </p:nvSpPr>
        <p:spPr>
          <a:xfrm rot="-5400000">
            <a:off x="476846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1"/>
          <p:cNvSpPr txBox="1"/>
          <p:nvPr>
            <p:ph idx="16" type="subTitle"/>
          </p:nvPr>
        </p:nvSpPr>
        <p:spPr>
          <a:xfrm rot="-5400000">
            <a:off x="-694050" y="2443800"/>
            <a:ext cx="16440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1"/>
          <p:cNvSpPr txBox="1"/>
          <p:nvPr>
            <p:ph idx="17" type="subTitle"/>
          </p:nvPr>
        </p:nvSpPr>
        <p:spPr>
          <a:xfrm rot="-5400000">
            <a:off x="-42112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1"/>
          <p:cNvSpPr txBox="1"/>
          <p:nvPr>
            <p:ph idx="18" type="subTitle"/>
          </p:nvPr>
        </p:nvSpPr>
        <p:spPr>
          <a:xfrm rot="-5400000">
            <a:off x="-172129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1"/>
          <p:cNvSpPr txBox="1"/>
          <p:nvPr>
            <p:ph idx="19" type="subTitle"/>
          </p:nvPr>
        </p:nvSpPr>
        <p:spPr>
          <a:xfrm rot="-5400000">
            <a:off x="7608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1"/>
          <p:cNvSpPr txBox="1"/>
          <p:nvPr>
            <p:ph idx="20" type="subTitle"/>
          </p:nvPr>
        </p:nvSpPr>
        <p:spPr>
          <a:xfrm rot="-5400000">
            <a:off x="7242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1"/>
          <p:cNvSpPr txBox="1"/>
          <p:nvPr>
            <p:ph idx="21" type="subTitle"/>
          </p:nvPr>
        </p:nvSpPr>
        <p:spPr>
          <a:xfrm rot="-5400000">
            <a:off x="350188" y="2442000"/>
            <a:ext cx="1642800" cy="2595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1"/>
          <p:cNvSpPr txBox="1"/>
          <p:nvPr>
            <p:ph idx="22" type="subTitle"/>
          </p:nvPr>
        </p:nvSpPr>
        <p:spPr>
          <a:xfrm rot="-5400000">
            <a:off x="1278600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1"/>
          <p:cNvSpPr txBox="1"/>
          <p:nvPr>
            <p:ph idx="23" type="subTitle"/>
          </p:nvPr>
        </p:nvSpPr>
        <p:spPr>
          <a:xfrm rot="-5400000">
            <a:off x="868650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1"/>
          <p:cNvSpPr txBox="1"/>
          <p:nvPr>
            <p:ph idx="24" type="subTitle"/>
          </p:nvPr>
        </p:nvSpPr>
        <p:spPr>
          <a:xfrm rot="-5400000">
            <a:off x="1242000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1"/>
          <p:cNvSpPr txBox="1"/>
          <p:nvPr>
            <p:ph idx="25" type="subTitle"/>
          </p:nvPr>
        </p:nvSpPr>
        <p:spPr>
          <a:xfrm rot="-5400000">
            <a:off x="1550525" y="4563400"/>
            <a:ext cx="8229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1"/>
          <p:cNvSpPr txBox="1"/>
          <p:nvPr>
            <p:ph idx="26" type="subTitle"/>
          </p:nvPr>
        </p:nvSpPr>
        <p:spPr>
          <a:xfrm rot="-5400000">
            <a:off x="1140575" y="2443800"/>
            <a:ext cx="1642800" cy="2559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1"/>
          <p:cNvSpPr txBox="1"/>
          <p:nvPr>
            <p:ph idx="27" type="subTitle"/>
          </p:nvPr>
        </p:nvSpPr>
        <p:spPr>
          <a:xfrm rot="-5400000">
            <a:off x="1513925" y="362375"/>
            <a:ext cx="896100" cy="255900"/>
          </a:xfrm>
          <a:prstGeom prst="rect">
            <a:avLst/>
          </a:prstGeom>
        </p:spPr>
        <p:txBody>
          <a:bodyPr anchorCtr="0" anchor="t" bIns="73150" lIns="91425" spcFirstLastPara="1" rIns="91425" wrap="square" tIns="7315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52" name="Google Shape;252;p12"/>
          <p:cNvSpPr txBox="1"/>
          <p:nvPr>
            <p:ph idx="1" type="subTitle"/>
          </p:nvPr>
        </p:nvSpPr>
        <p:spPr>
          <a:xfrm>
            <a:off x="118125" y="2589425"/>
            <a:ext cx="52776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9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2">
    <p:bg>
      <p:bgPr>
        <a:solidFill>
          <a:schemeClr val="dk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2">
    <p:bg>
      <p:bgPr>
        <a:solidFill>
          <a:schemeClr val="lt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" type="body"/>
          </p:nvPr>
        </p:nvSpPr>
        <p:spPr>
          <a:xfrm>
            <a:off x="118125" y="2342475"/>
            <a:ext cx="8889900" cy="23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2">
    <p:bg>
      <p:bgPr>
        <a:solidFill>
          <a:schemeClr val="accen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60" name="Google Shape;260;p15"/>
          <p:cNvSpPr txBox="1"/>
          <p:nvPr>
            <p:ph idx="1" type="body"/>
          </p:nvPr>
        </p:nvSpPr>
        <p:spPr>
          <a:xfrm>
            <a:off x="118125" y="2342475"/>
            <a:ext cx="4014600" cy="23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261" name="Google Shape;261;p15"/>
          <p:cNvSpPr txBox="1"/>
          <p:nvPr>
            <p:ph idx="2" type="body"/>
          </p:nvPr>
        </p:nvSpPr>
        <p:spPr>
          <a:xfrm>
            <a:off x="4993425" y="2342475"/>
            <a:ext cx="4014600" cy="23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2">
    <p:bg>
      <p:bgPr>
        <a:solidFill>
          <a:schemeClr val="accen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2">
    <p:bg>
      <p:bgPr>
        <a:solidFill>
          <a:schemeClr val="accent3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66" name="Google Shape;266;p17"/>
          <p:cNvSpPr txBox="1"/>
          <p:nvPr>
            <p:ph idx="1" type="body"/>
          </p:nvPr>
        </p:nvSpPr>
        <p:spPr>
          <a:xfrm>
            <a:off x="118125" y="3285000"/>
            <a:ext cx="72429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267" name="Google Shape;267;p17"/>
          <p:cNvSpPr txBox="1"/>
          <p:nvPr>
            <p:ph idx="2" type="subTitle"/>
          </p:nvPr>
        </p:nvSpPr>
        <p:spPr>
          <a:xfrm>
            <a:off x="118125" y="2589425"/>
            <a:ext cx="52776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2">
    <p:bg>
      <p:bgPr>
        <a:solidFill>
          <a:schemeClr val="accent4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type="title"/>
          </p:nvPr>
        </p:nvSpPr>
        <p:spPr>
          <a:xfrm>
            <a:off x="127050" y="1227600"/>
            <a:ext cx="8889900" cy="26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2">
    <p:bg>
      <p:bgPr>
        <a:solidFill>
          <a:schemeClr val="accent5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118125" y="2589425"/>
            <a:ext cx="52776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2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/>
          <p:nvPr>
            <p:ph idx="1" type="body"/>
          </p:nvPr>
        </p:nvSpPr>
        <p:spPr>
          <a:xfrm>
            <a:off x="118125" y="1150325"/>
            <a:ext cx="8908500" cy="39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9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2_1">
    <p:bg>
      <p:bgPr>
        <a:solidFill>
          <a:schemeClr val="dk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>
            <p:ph type="title"/>
          </p:nvPr>
        </p:nvSpPr>
        <p:spPr>
          <a:xfrm>
            <a:off x="118125" y="1642500"/>
            <a:ext cx="3090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7" name="Google Shape;277;p21"/>
          <p:cNvSpPr txBox="1"/>
          <p:nvPr>
            <p:ph idx="1" type="body"/>
          </p:nvPr>
        </p:nvSpPr>
        <p:spPr>
          <a:xfrm>
            <a:off x="4457450" y="1642500"/>
            <a:ext cx="42510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2_2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9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CUSTOM_1_1_2_2">
    <p:bg>
      <p:bgPr>
        <a:solidFill>
          <a:schemeClr val="dk2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CUSTOM_1_1_1_2_1">
    <p:bg>
      <p:bgPr>
        <a:solidFill>
          <a:schemeClr val="lt2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4">
  <p:cSld name="CUSTOM_1_1_1_1_2_1">
    <p:bg>
      <p:bgPr>
        <a:solidFill>
          <a:schemeClr val="accen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5">
  <p:cSld name="CUSTOM_1_1_1_1_1_2_1">
    <p:bg>
      <p:bgPr>
        <a:solidFill>
          <a:schemeClr val="accen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6">
  <p:cSld name="CUSTOM_1_1_1_1_1_1_2_1">
    <p:bg>
      <p:bgPr>
        <a:solidFill>
          <a:schemeClr val="accent3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7">
  <p:cSld name="CUSTOM_1_1_1_1_1_1_1_2_1">
    <p:bg>
      <p:bgPr>
        <a:solidFill>
          <a:schemeClr val="accent4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8">
  <p:cSld name="CUSTOM_1_1_1_1_1_1_1_1_2_1">
    <p:bg>
      <p:bgPr>
        <a:solidFill>
          <a:schemeClr val="accent5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2_1_1">
    <p:bg>
      <p:bgPr>
        <a:solidFill>
          <a:schemeClr val="lt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88" name="Google Shape;288;p30"/>
          <p:cNvSpPr txBox="1"/>
          <p:nvPr>
            <p:ph idx="1" type="subTitle"/>
          </p:nvPr>
        </p:nvSpPr>
        <p:spPr>
          <a:xfrm>
            <a:off x="118125" y="2589425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89" name="Google Shape;289;p30"/>
          <p:cNvSpPr txBox="1"/>
          <p:nvPr>
            <p:ph idx="2" type="subTitle"/>
          </p:nvPr>
        </p:nvSpPr>
        <p:spPr>
          <a:xfrm>
            <a:off x="3153878" y="2589425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90" name="Google Shape;290;p30"/>
          <p:cNvSpPr txBox="1"/>
          <p:nvPr>
            <p:ph idx="3" type="subTitle"/>
          </p:nvPr>
        </p:nvSpPr>
        <p:spPr>
          <a:xfrm>
            <a:off x="6189630" y="2589425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91" name="Google Shape;291;p30"/>
          <p:cNvSpPr txBox="1"/>
          <p:nvPr>
            <p:ph idx="4" type="subTitle"/>
          </p:nvPr>
        </p:nvSpPr>
        <p:spPr>
          <a:xfrm>
            <a:off x="118125" y="3875300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92" name="Google Shape;292;p30"/>
          <p:cNvSpPr txBox="1"/>
          <p:nvPr>
            <p:ph idx="5" type="subTitle"/>
          </p:nvPr>
        </p:nvSpPr>
        <p:spPr>
          <a:xfrm>
            <a:off x="3153878" y="3875300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93" name="Google Shape;293;p30"/>
          <p:cNvSpPr txBox="1"/>
          <p:nvPr>
            <p:ph idx="6" type="subTitle"/>
          </p:nvPr>
        </p:nvSpPr>
        <p:spPr>
          <a:xfrm>
            <a:off x="6189630" y="3875300"/>
            <a:ext cx="2818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2_1_1">
    <p:bg>
      <p:bgPr>
        <a:solidFill>
          <a:schemeClr val="accen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96" name="Google Shape;296;p31"/>
          <p:cNvSpPr txBox="1"/>
          <p:nvPr>
            <p:ph idx="1" type="body"/>
          </p:nvPr>
        </p:nvSpPr>
        <p:spPr>
          <a:xfrm>
            <a:off x="118125" y="2124100"/>
            <a:ext cx="2616600" cy="23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297" name="Google Shape;297;p31"/>
          <p:cNvSpPr/>
          <p:nvPr>
            <p:ph idx="2" type="pic"/>
          </p:nvPr>
        </p:nvSpPr>
        <p:spPr>
          <a:xfrm>
            <a:off x="2921875" y="2124100"/>
            <a:ext cx="6086100" cy="2905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2_1_1">
    <p:bg>
      <p:bgPr>
        <a:solidFill>
          <a:schemeClr val="accen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0" name="Google Shape;300;p32"/>
          <p:cNvSpPr txBox="1"/>
          <p:nvPr>
            <p:ph idx="1" type="subTitle"/>
          </p:nvPr>
        </p:nvSpPr>
        <p:spPr>
          <a:xfrm>
            <a:off x="638963" y="2031450"/>
            <a:ext cx="3571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1" name="Google Shape;301;p32"/>
          <p:cNvSpPr txBox="1"/>
          <p:nvPr>
            <p:ph idx="2" type="body"/>
          </p:nvPr>
        </p:nvSpPr>
        <p:spPr>
          <a:xfrm>
            <a:off x="638963" y="3285000"/>
            <a:ext cx="35715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02" name="Google Shape;302;p32"/>
          <p:cNvSpPr txBox="1"/>
          <p:nvPr>
            <p:ph idx="3" type="subTitle"/>
          </p:nvPr>
        </p:nvSpPr>
        <p:spPr>
          <a:xfrm>
            <a:off x="5008438" y="2031450"/>
            <a:ext cx="35715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3" name="Google Shape;303;p32"/>
          <p:cNvSpPr txBox="1"/>
          <p:nvPr>
            <p:ph idx="4" type="body"/>
          </p:nvPr>
        </p:nvSpPr>
        <p:spPr>
          <a:xfrm>
            <a:off x="5008438" y="3285000"/>
            <a:ext cx="35715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2_1_1">
    <p:bg>
      <p:bgPr>
        <a:solidFill>
          <a:schemeClr val="accent3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6" name="Google Shape;306;p33"/>
          <p:cNvSpPr txBox="1"/>
          <p:nvPr>
            <p:ph idx="1" type="subTitle"/>
          </p:nvPr>
        </p:nvSpPr>
        <p:spPr>
          <a:xfrm>
            <a:off x="638963" y="2031450"/>
            <a:ext cx="22683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7" name="Google Shape;307;p33"/>
          <p:cNvSpPr txBox="1"/>
          <p:nvPr>
            <p:ph idx="2" type="body"/>
          </p:nvPr>
        </p:nvSpPr>
        <p:spPr>
          <a:xfrm>
            <a:off x="638963" y="3285000"/>
            <a:ext cx="22683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08" name="Google Shape;308;p33"/>
          <p:cNvSpPr txBox="1"/>
          <p:nvPr>
            <p:ph idx="3" type="subTitle"/>
          </p:nvPr>
        </p:nvSpPr>
        <p:spPr>
          <a:xfrm>
            <a:off x="3448098" y="2031450"/>
            <a:ext cx="22683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9" name="Google Shape;309;p33"/>
          <p:cNvSpPr txBox="1"/>
          <p:nvPr>
            <p:ph idx="4" type="body"/>
          </p:nvPr>
        </p:nvSpPr>
        <p:spPr>
          <a:xfrm>
            <a:off x="3448098" y="3285000"/>
            <a:ext cx="22683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10" name="Google Shape;310;p33"/>
          <p:cNvSpPr txBox="1"/>
          <p:nvPr>
            <p:ph idx="5" type="subTitle"/>
          </p:nvPr>
        </p:nvSpPr>
        <p:spPr>
          <a:xfrm>
            <a:off x="6202551" y="2031450"/>
            <a:ext cx="22683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11" name="Google Shape;311;p33"/>
          <p:cNvSpPr txBox="1"/>
          <p:nvPr>
            <p:ph idx="6" type="body"/>
          </p:nvPr>
        </p:nvSpPr>
        <p:spPr>
          <a:xfrm>
            <a:off x="6202551" y="3285000"/>
            <a:ext cx="22683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_1_1_1_1_1_1_2_1_1">
    <p:bg>
      <p:bgPr>
        <a:solidFill>
          <a:schemeClr val="accent4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14" name="Google Shape;314;p34"/>
          <p:cNvSpPr txBox="1"/>
          <p:nvPr>
            <p:ph idx="1" type="subTitle"/>
          </p:nvPr>
        </p:nvSpPr>
        <p:spPr>
          <a:xfrm>
            <a:off x="541175" y="2031450"/>
            <a:ext cx="1733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15" name="Google Shape;315;p34"/>
          <p:cNvSpPr txBox="1"/>
          <p:nvPr>
            <p:ph idx="2" type="body"/>
          </p:nvPr>
        </p:nvSpPr>
        <p:spPr>
          <a:xfrm>
            <a:off x="541175" y="3285000"/>
            <a:ext cx="17331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16" name="Google Shape;316;p34"/>
          <p:cNvSpPr txBox="1"/>
          <p:nvPr>
            <p:ph idx="3" type="subTitle"/>
          </p:nvPr>
        </p:nvSpPr>
        <p:spPr>
          <a:xfrm>
            <a:off x="2661138" y="2031450"/>
            <a:ext cx="1733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17" name="Google Shape;317;p34"/>
          <p:cNvSpPr txBox="1"/>
          <p:nvPr>
            <p:ph idx="4" type="body"/>
          </p:nvPr>
        </p:nvSpPr>
        <p:spPr>
          <a:xfrm>
            <a:off x="2661138" y="3285000"/>
            <a:ext cx="17331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18" name="Google Shape;318;p34"/>
          <p:cNvSpPr txBox="1"/>
          <p:nvPr>
            <p:ph idx="5" type="subTitle"/>
          </p:nvPr>
        </p:nvSpPr>
        <p:spPr>
          <a:xfrm>
            <a:off x="4765435" y="2031450"/>
            <a:ext cx="1733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19" name="Google Shape;319;p34"/>
          <p:cNvSpPr txBox="1"/>
          <p:nvPr>
            <p:ph idx="6" type="body"/>
          </p:nvPr>
        </p:nvSpPr>
        <p:spPr>
          <a:xfrm>
            <a:off x="4765435" y="3285000"/>
            <a:ext cx="17331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20" name="Google Shape;320;p34"/>
          <p:cNvSpPr txBox="1"/>
          <p:nvPr>
            <p:ph idx="7" type="subTitle"/>
          </p:nvPr>
        </p:nvSpPr>
        <p:spPr>
          <a:xfrm>
            <a:off x="6869735" y="2031450"/>
            <a:ext cx="1733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21" name="Google Shape;321;p34"/>
          <p:cNvSpPr txBox="1"/>
          <p:nvPr>
            <p:ph idx="8" type="body"/>
          </p:nvPr>
        </p:nvSpPr>
        <p:spPr>
          <a:xfrm>
            <a:off x="6869735" y="3285000"/>
            <a:ext cx="17331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2_1_1">
    <p:bg>
      <p:bgPr>
        <a:solidFill>
          <a:schemeClr val="accent5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24" name="Google Shape;324;p35"/>
          <p:cNvSpPr/>
          <p:nvPr>
            <p:ph idx="2" type="pic"/>
          </p:nvPr>
        </p:nvSpPr>
        <p:spPr>
          <a:xfrm>
            <a:off x="118075" y="1318850"/>
            <a:ext cx="8889900" cy="37104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  <p15:guide id="13" pos="656">
          <p15:clr>
            <a:srgbClr val="E46962"/>
          </p15:clr>
        </p15:guide>
        <p15:guide id="14" pos="812">
          <p15:clr>
            <a:srgbClr val="E46962"/>
          </p15:clr>
        </p15:guide>
        <p15:guide id="15" pos="985">
          <p15:clr>
            <a:srgbClr val="E46962"/>
          </p15:clr>
        </p15:guide>
        <p15:guide id="16" pos="1552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2_3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27" name="Google Shape;327;p36"/>
          <p:cNvSpPr txBox="1"/>
          <p:nvPr>
            <p:ph idx="1" type="subTitle"/>
          </p:nvPr>
        </p:nvSpPr>
        <p:spPr>
          <a:xfrm>
            <a:off x="158263" y="2008900"/>
            <a:ext cx="43170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28" name="Google Shape;328;p36"/>
          <p:cNvSpPr txBox="1"/>
          <p:nvPr>
            <p:ph idx="2" type="body"/>
          </p:nvPr>
        </p:nvSpPr>
        <p:spPr>
          <a:xfrm>
            <a:off x="158275" y="2392475"/>
            <a:ext cx="43170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29" name="Google Shape;329;p36"/>
          <p:cNvSpPr/>
          <p:nvPr>
            <p:ph idx="3" type="pic"/>
          </p:nvPr>
        </p:nvSpPr>
        <p:spPr>
          <a:xfrm>
            <a:off x="158263" y="2816950"/>
            <a:ext cx="4317000" cy="2131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30" name="Google Shape;330;p36"/>
          <p:cNvSpPr txBox="1"/>
          <p:nvPr>
            <p:ph idx="4" type="subTitle"/>
          </p:nvPr>
        </p:nvSpPr>
        <p:spPr>
          <a:xfrm>
            <a:off x="4668738" y="2008900"/>
            <a:ext cx="43170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31" name="Google Shape;331;p36"/>
          <p:cNvSpPr txBox="1"/>
          <p:nvPr>
            <p:ph idx="5" type="body"/>
          </p:nvPr>
        </p:nvSpPr>
        <p:spPr>
          <a:xfrm>
            <a:off x="4668750" y="2392475"/>
            <a:ext cx="43170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32" name="Google Shape;332;p36"/>
          <p:cNvSpPr/>
          <p:nvPr>
            <p:ph idx="6" type="pic"/>
          </p:nvPr>
        </p:nvSpPr>
        <p:spPr>
          <a:xfrm>
            <a:off x="4668738" y="2816950"/>
            <a:ext cx="4317000" cy="2131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90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2_3">
    <p:bg>
      <p:bgPr>
        <a:solidFill>
          <a:schemeClr val="dk2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35" name="Google Shape;335;p37"/>
          <p:cNvSpPr txBox="1"/>
          <p:nvPr>
            <p:ph idx="1" type="subTitle"/>
          </p:nvPr>
        </p:nvSpPr>
        <p:spPr>
          <a:xfrm>
            <a:off x="158276" y="2008900"/>
            <a:ext cx="28644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36" name="Google Shape;336;p37"/>
          <p:cNvSpPr txBox="1"/>
          <p:nvPr>
            <p:ph idx="2" type="body"/>
          </p:nvPr>
        </p:nvSpPr>
        <p:spPr>
          <a:xfrm>
            <a:off x="158275" y="2392475"/>
            <a:ext cx="28644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37" name="Google Shape;337;p37"/>
          <p:cNvSpPr/>
          <p:nvPr>
            <p:ph idx="3" type="pic"/>
          </p:nvPr>
        </p:nvSpPr>
        <p:spPr>
          <a:xfrm>
            <a:off x="158276" y="2816950"/>
            <a:ext cx="2864400" cy="2131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38" name="Google Shape;338;p37"/>
          <p:cNvSpPr txBox="1"/>
          <p:nvPr>
            <p:ph idx="4" type="subTitle"/>
          </p:nvPr>
        </p:nvSpPr>
        <p:spPr>
          <a:xfrm>
            <a:off x="3150973" y="2008900"/>
            <a:ext cx="28644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39" name="Google Shape;339;p37"/>
          <p:cNvSpPr txBox="1"/>
          <p:nvPr>
            <p:ph idx="5" type="body"/>
          </p:nvPr>
        </p:nvSpPr>
        <p:spPr>
          <a:xfrm>
            <a:off x="3150973" y="2392475"/>
            <a:ext cx="28644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40" name="Google Shape;340;p37"/>
          <p:cNvSpPr/>
          <p:nvPr>
            <p:ph idx="6" type="pic"/>
          </p:nvPr>
        </p:nvSpPr>
        <p:spPr>
          <a:xfrm>
            <a:off x="3150973" y="2816950"/>
            <a:ext cx="2864400" cy="2131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41" name="Google Shape;341;p37"/>
          <p:cNvSpPr txBox="1"/>
          <p:nvPr>
            <p:ph idx="7" type="subTitle"/>
          </p:nvPr>
        </p:nvSpPr>
        <p:spPr>
          <a:xfrm>
            <a:off x="6143673" y="2008900"/>
            <a:ext cx="28644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42" name="Google Shape;342;p37"/>
          <p:cNvSpPr txBox="1"/>
          <p:nvPr>
            <p:ph idx="8" type="body"/>
          </p:nvPr>
        </p:nvSpPr>
        <p:spPr>
          <a:xfrm>
            <a:off x="6143674" y="2392475"/>
            <a:ext cx="28644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/>
            </a:lvl9pPr>
          </a:lstStyle>
          <a:p/>
        </p:txBody>
      </p:sp>
      <p:sp>
        <p:nvSpPr>
          <p:cNvPr id="343" name="Google Shape;343;p37"/>
          <p:cNvSpPr/>
          <p:nvPr>
            <p:ph idx="9" type="pic"/>
          </p:nvPr>
        </p:nvSpPr>
        <p:spPr>
          <a:xfrm>
            <a:off x="6143673" y="2816950"/>
            <a:ext cx="2864400" cy="21312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2_2">
    <p:bg>
      <p:bgPr>
        <a:solidFill>
          <a:schemeClr val="lt2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"/>
          <p:cNvSpPr/>
          <p:nvPr>
            <p:ph idx="2" type="pic"/>
          </p:nvPr>
        </p:nvSpPr>
        <p:spPr>
          <a:xfrm>
            <a:off x="118075" y="114300"/>
            <a:ext cx="8889900" cy="49149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2_2">
    <p:bg>
      <p:bgPr>
        <a:solidFill>
          <a:schemeClr val="accen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"/>
          <p:cNvSpPr txBox="1"/>
          <p:nvPr>
            <p:ph type="title"/>
          </p:nvPr>
        </p:nvSpPr>
        <p:spPr>
          <a:xfrm>
            <a:off x="118125" y="0"/>
            <a:ext cx="88899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48" name="Google Shape;348;p39"/>
          <p:cNvSpPr/>
          <p:nvPr>
            <p:ph idx="2" type="pic"/>
          </p:nvPr>
        </p:nvSpPr>
        <p:spPr>
          <a:xfrm>
            <a:off x="158275" y="1268925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49" name="Google Shape;349;p39"/>
          <p:cNvSpPr/>
          <p:nvPr>
            <p:ph idx="3" type="pic"/>
          </p:nvPr>
        </p:nvSpPr>
        <p:spPr>
          <a:xfrm>
            <a:off x="3150974" y="1268925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0" name="Google Shape;350;p39"/>
          <p:cNvSpPr/>
          <p:nvPr>
            <p:ph idx="4" type="pic"/>
          </p:nvPr>
        </p:nvSpPr>
        <p:spPr>
          <a:xfrm>
            <a:off x="6143675" y="1268925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1" name="Google Shape;351;p39"/>
          <p:cNvSpPr/>
          <p:nvPr>
            <p:ph idx="5" type="pic"/>
          </p:nvPr>
        </p:nvSpPr>
        <p:spPr>
          <a:xfrm>
            <a:off x="158275" y="2561998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2" name="Google Shape;352;p39"/>
          <p:cNvSpPr/>
          <p:nvPr>
            <p:ph idx="6" type="pic"/>
          </p:nvPr>
        </p:nvSpPr>
        <p:spPr>
          <a:xfrm>
            <a:off x="3150974" y="2561998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3" name="Google Shape;353;p39"/>
          <p:cNvSpPr/>
          <p:nvPr>
            <p:ph idx="7" type="pic"/>
          </p:nvPr>
        </p:nvSpPr>
        <p:spPr>
          <a:xfrm>
            <a:off x="6143675" y="2561998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4" name="Google Shape;354;p39"/>
          <p:cNvSpPr/>
          <p:nvPr>
            <p:ph idx="8" type="pic"/>
          </p:nvPr>
        </p:nvSpPr>
        <p:spPr>
          <a:xfrm>
            <a:off x="158275" y="3855070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5" name="Google Shape;355;p39"/>
          <p:cNvSpPr/>
          <p:nvPr>
            <p:ph idx="9" type="pic"/>
          </p:nvPr>
        </p:nvSpPr>
        <p:spPr>
          <a:xfrm>
            <a:off x="3150974" y="3855070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  <p:sp>
        <p:nvSpPr>
          <p:cNvPr id="356" name="Google Shape;356;p39"/>
          <p:cNvSpPr/>
          <p:nvPr>
            <p:ph idx="13" type="pic"/>
          </p:nvPr>
        </p:nvSpPr>
        <p:spPr>
          <a:xfrm>
            <a:off x="6143675" y="3855070"/>
            <a:ext cx="2864400" cy="1202700"/>
          </a:xfrm>
          <a:prstGeom prst="roundRect">
            <a:avLst>
              <a:gd fmla="val 407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pos="4637">
          <p15:clr>
            <a:srgbClr val="E46962"/>
          </p15:clr>
        </p15:guide>
        <p15:guide id="5" pos="4801">
          <p15:clr>
            <a:srgbClr val="E46962"/>
          </p15:clr>
        </p15:guide>
        <p15:guide id="6" pos="4965">
          <p15:clr>
            <a:srgbClr val="E46962"/>
          </p15:clr>
        </p15:guide>
        <p15:guide id="7" pos="5135">
          <p15:clr>
            <a:srgbClr val="E46962"/>
          </p15:clr>
        </p15:guide>
        <p15:guide id="8" pos="5291">
          <p15:clr>
            <a:srgbClr val="E46962"/>
          </p15:clr>
        </p15:guide>
        <p15:guide id="9" pos="5457">
          <p15:clr>
            <a:srgbClr val="E46962"/>
          </p15:clr>
        </p15:guide>
        <p15:guide id="10" pos="5606">
          <p15:clr>
            <a:srgbClr val="E46962"/>
          </p15:clr>
        </p15:guide>
        <p15:guide id="11" pos="328">
          <p15:clr>
            <a:srgbClr val="E46962"/>
          </p15:clr>
        </p15:guide>
        <p15:guide id="12" pos="492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3" name="Google Shape;363;p41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64" name="Google Shape;364;p41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5" name="Google Shape;365;p41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366" name="Google Shape;366;p41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367" name="Google Shape;367;p41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68" name="Google Shape;368;p41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69" name="Google Shape;369;p41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370" name="Google Shape;370;p41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371" name="Google Shape;371;p41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372" name="Google Shape;372;p41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73" name="Google Shape;373;p41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74" name="Google Shape;374;p41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375" name="Google Shape;375;p41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376" name="Google Shape;376;p41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77" name="Google Shape;377;p41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78" name="Google Shape;378;p41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379" name="Google Shape;379;p41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80" name="Google Shape;380;p41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81" name="Google Shape;381;p41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82" name="Google Shape;382;p41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3" name="Google Shape;383;p41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4" name="Google Shape;384;p41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5" name="Google Shape;385;p41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86" name="Google Shape;386;p4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1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88" name="Google Shape;388;p41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1" name="Google Shape;391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2" name="Google Shape;39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5" name="Google Shape;39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8" name="Google Shape;39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9" name="Google Shape;39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7" name="Google Shape;40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0" name="Google Shape;410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4" name="Google Shape;41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8" name="Google Shape;418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9" name="Google Shape;419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423" name="Google Shape;42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6" name="Google Shape;426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2" name="Google Shape;43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5" name="Google Shape;435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7" name="Google Shape;437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8" name="Google Shape;438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7" name="Google Shape;447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0" name="Google Shape;450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5" name="Google Shape;455;p5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5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5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5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3" name="Google Shape;463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4" name="Google Shape;464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5" name="Google Shape;465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7" name="Google Shape;467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8" name="Google Shape;468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9" name="Google Shape;469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0" name="Google Shape;470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3" name="Google Shape;473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4" name="Google Shape;474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7" name="Google Shape;477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0" name="Google Shape;480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3" name="Google Shape;483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6" name="Google Shape;486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9" name="Google Shape;489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1" name="Google Shape;49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3" name="Google Shape;49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2" name="Google Shape;512;p63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6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6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5" name="Google Shape;515;p6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6" name="Google Shape;516;p63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63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18" name="Google Shape;518;p63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0" name="Google Shape;520;p6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6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6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3" name="Google Shape;523;p6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4" name="Google Shape;524;p64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5" name="Google Shape;525;p64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26" name="Google Shape;526;p64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27" name="Google Shape;527;p64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28" name="Google Shape;528;p64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29" name="Google Shape;529;p64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30" name="Google Shape;530;p64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2" name="Google Shape;532;p6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6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6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35" name="Google Shape;535;p6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36" name="Google Shape;536;p65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7" name="Google Shape;537;p65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38" name="Google Shape;538;p65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39" name="Google Shape;539;p65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40" name="Google Shape;540;p65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41" name="Google Shape;541;p65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42" name="Google Shape;542;p65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43" name="Google Shape;543;p65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44" name="Google Shape;544;p65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45" name="Google Shape;545;p65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7" name="Google Shape;547;p6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6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p6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50" name="Google Shape;550;p6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51" name="Google Shape;551;p66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66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4" name="Google Shape;554;p6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6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6" name="Google Shape;556;p6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57" name="Google Shape;557;p6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58" name="Google Shape;558;p67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9" name="Google Shape;559;p67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6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6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p6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64" name="Google Shape;564;p6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6" name="Google Shape;566;p6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6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6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69" name="Google Shape;569;p6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70" name="Google Shape;570;p69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69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0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574" name="Google Shape;574;p7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" name="Google Shape;575;p7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70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77" name="Google Shape;577;p70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78" name="Google Shape;578;p70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9" name="Google Shape;579;p70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80" name="Google Shape;580;p70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81" name="Google Shape;581;p70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82" name="Google Shape;582;p70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83" name="Google Shape;583;p70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5" name="Google Shape;585;p7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7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7" name="Google Shape;587;p71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88" name="Google Shape;588;p71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89" name="Google Shape;589;p71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71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91" name="Google Shape;591;p71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92" name="Google Shape;592;p71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93" name="Google Shape;593;p71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94" name="Google Shape;594;p71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95" name="Google Shape;595;p71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96" name="Google Shape;596;p71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97" name="Google Shape;597;p71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9" name="Google Shape;599;p7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7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7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02" name="Google Shape;602;p7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03" name="Google Shape;603;p72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04" name="Google Shape;604;p72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05" name="Google Shape;605;p72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06" name="Google Shape;606;p72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07" name="Google Shape;607;p72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08" name="Google Shape;608;p72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3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1" name="Google Shape;611;p7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2" name="Google Shape;612;p7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13" name="Google Shape;613;p7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14" name="Google Shape;614;p73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5" name="Google Shape;615;p73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616" name="Google Shape;616;p73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17" name="Google Shape;617;p7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0" name="Google Shape;620;p7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21" name="Google Shape;621;p7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22" name="Google Shape;622;p74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3" name="Google Shape;623;p74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624" name="Google Shape;624;p7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5" name="Google Shape;625;p74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75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75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75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631" name="Google Shape;631;p75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632" name="Google Shape;632;p75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633" name="Google Shape;633;p7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" name="Google Shape;634;p7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p7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36" name="Google Shape;636;p75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6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639" name="Google Shape;639;p76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640" name="Google Shape;640;p76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641" name="Google Shape;641;p7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7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7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44" name="Google Shape;644;p7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67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53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8125" y="0"/>
            <a:ext cx="902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boto Black"/>
              <a:buNone/>
              <a:defRPr sz="8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8125" y="3059850"/>
            <a:ext cx="39693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●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○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Light"/>
              <a:buChar char="■"/>
              <a:defRPr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9" name="Google Shape;359;p40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0" name="Google Shape;360;p4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7"/>
          <p:cNvSpPr txBox="1"/>
          <p:nvPr>
            <p:ph type="title"/>
          </p:nvPr>
        </p:nvSpPr>
        <p:spPr>
          <a:xfrm>
            <a:off x="116475" y="1908825"/>
            <a:ext cx="4829700" cy="26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DAA-005 Web Scraping</a:t>
            </a:r>
            <a:endParaRPr/>
          </a:p>
        </p:txBody>
      </p:sp>
      <p:sp>
        <p:nvSpPr>
          <p:cNvPr id="650" name="Google Shape;650;p77"/>
          <p:cNvSpPr txBox="1"/>
          <p:nvPr>
            <p:ph idx="1" type="subTitle"/>
          </p:nvPr>
        </p:nvSpPr>
        <p:spPr>
          <a:xfrm>
            <a:off x="152606" y="1462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quick crash course into the fundamentals of web scraping with python</a:t>
            </a:r>
            <a:endParaRPr sz="1800"/>
          </a:p>
        </p:txBody>
      </p:sp>
      <p:sp>
        <p:nvSpPr>
          <p:cNvPr id="651" name="Google Shape;651;p77"/>
          <p:cNvSpPr txBox="1"/>
          <p:nvPr>
            <p:ph idx="2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  <p:sp>
        <p:nvSpPr>
          <p:cNvPr id="652" name="Google Shape;652;p7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658" name="Google Shape;658;p78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Web Scraping?</a:t>
            </a:r>
            <a:endParaRPr/>
          </a:p>
        </p:txBody>
      </p:sp>
      <p:sp>
        <p:nvSpPr>
          <p:cNvPr id="659" name="Google Shape;659;p78"/>
          <p:cNvSpPr txBox="1"/>
          <p:nvPr>
            <p:ph idx="3" type="body"/>
          </p:nvPr>
        </p:nvSpPr>
        <p:spPr>
          <a:xfrm>
            <a:off x="4572000" y="1551525"/>
            <a:ext cx="3994800" cy="19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Definition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Automated methods of extracting data from websites.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Involves sending requests, parsing HTML, and extracting </a:t>
            </a:r>
            <a:r>
              <a:rPr lang="en" sz="1800"/>
              <a:t>specific</a:t>
            </a:r>
            <a:r>
              <a:rPr lang="en" sz="1800"/>
              <a:t> information</a:t>
            </a:r>
            <a:endParaRPr sz="1800"/>
          </a:p>
        </p:txBody>
      </p:sp>
      <p:sp>
        <p:nvSpPr>
          <p:cNvPr id="660" name="Google Shape;660;p78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666" name="Google Shape;666;p79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Web Scraping?</a:t>
            </a:r>
            <a:endParaRPr/>
          </a:p>
        </p:txBody>
      </p:sp>
      <p:sp>
        <p:nvSpPr>
          <p:cNvPr id="667" name="Google Shape;667;p79"/>
          <p:cNvSpPr txBox="1"/>
          <p:nvPr>
            <p:ph idx="3" type="body"/>
          </p:nvPr>
        </p:nvSpPr>
        <p:spPr>
          <a:xfrm>
            <a:off x="4572000" y="1376450"/>
            <a:ext cx="3994800" cy="26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How it Works in General: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Send a request to a webpage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Parse its structure (HTML/CSS)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Extract the needed information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Key Idea: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Converts unstructured web data into structured formats (CSV, JSON, Excel)</a:t>
            </a:r>
            <a:endParaRPr sz="1800"/>
          </a:p>
        </p:txBody>
      </p:sp>
      <p:sp>
        <p:nvSpPr>
          <p:cNvPr id="668" name="Google Shape;668;p79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674" name="Google Shape;674;p8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Web Scraping?</a:t>
            </a:r>
            <a:endParaRPr/>
          </a:p>
        </p:txBody>
      </p:sp>
      <p:sp>
        <p:nvSpPr>
          <p:cNvPr id="675" name="Google Shape;675;p80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  <p:pic>
        <p:nvPicPr>
          <p:cNvPr id="676" name="Google Shape;67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3375" y="1528848"/>
            <a:ext cx="5997245" cy="304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1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Web Scraping?</a:t>
            </a:r>
            <a:endParaRPr/>
          </a:p>
        </p:txBody>
      </p:sp>
      <p:sp>
        <p:nvSpPr>
          <p:cNvPr id="682" name="Google Shape;682;p81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APIs/structured datasets are unavailable for processing</a:t>
            </a:r>
            <a:endParaRPr/>
          </a:p>
        </p:txBody>
      </p:sp>
      <p:sp>
        <p:nvSpPr>
          <p:cNvPr id="683" name="Google Shape;683;p81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Extracts valuable insights without proprietary tools</a:t>
            </a:r>
            <a:endParaRPr/>
          </a:p>
        </p:txBody>
      </p:sp>
      <p:sp>
        <p:nvSpPr>
          <p:cNvPr id="684" name="Google Shape;684;p81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Customizable for any public website</a:t>
            </a:r>
            <a:endParaRPr/>
          </a:p>
        </p:txBody>
      </p:sp>
      <p:sp>
        <p:nvSpPr>
          <p:cNvPr id="685" name="Google Shape;685;p81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Fills Data Gaps</a:t>
            </a:r>
            <a:endParaRPr/>
          </a:p>
        </p:txBody>
      </p:sp>
      <p:sp>
        <p:nvSpPr>
          <p:cNvPr id="686" name="Google Shape;686;p81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Cost-Effective</a:t>
            </a:r>
            <a:endParaRPr/>
          </a:p>
        </p:txBody>
      </p:sp>
      <p:sp>
        <p:nvSpPr>
          <p:cNvPr id="687" name="Google Shape;687;p81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Flexible</a:t>
            </a:r>
            <a:endParaRPr/>
          </a:p>
        </p:txBody>
      </p:sp>
      <p:grpSp>
        <p:nvGrpSpPr>
          <p:cNvPr id="688" name="Google Shape;688;p81"/>
          <p:cNvGrpSpPr/>
          <p:nvPr/>
        </p:nvGrpSpPr>
        <p:grpSpPr>
          <a:xfrm>
            <a:off x="6710564" y="2300444"/>
            <a:ext cx="1975061" cy="1194502"/>
            <a:chOff x="405875" y="2363109"/>
            <a:chExt cx="1537850" cy="928129"/>
          </a:xfrm>
        </p:grpSpPr>
        <p:grpSp>
          <p:nvGrpSpPr>
            <p:cNvPr id="689" name="Google Shape;689;p81"/>
            <p:cNvGrpSpPr/>
            <p:nvPr/>
          </p:nvGrpSpPr>
          <p:grpSpPr>
            <a:xfrm>
              <a:off x="955650" y="2458163"/>
              <a:ext cx="438300" cy="305325"/>
              <a:chOff x="964525" y="2458163"/>
              <a:chExt cx="438300" cy="305325"/>
            </a:xfrm>
          </p:grpSpPr>
          <p:grpSp>
            <p:nvGrpSpPr>
              <p:cNvPr id="690" name="Google Shape;690;p81"/>
              <p:cNvGrpSpPr/>
              <p:nvPr/>
            </p:nvGrpSpPr>
            <p:grpSpPr>
              <a:xfrm>
                <a:off x="964525" y="2458163"/>
                <a:ext cx="438300" cy="154200"/>
                <a:chOff x="964525" y="2458163"/>
                <a:chExt cx="438300" cy="154200"/>
              </a:xfrm>
            </p:grpSpPr>
            <p:cxnSp>
              <p:nvCxnSpPr>
                <p:cNvPr id="691" name="Google Shape;691;p81"/>
                <p:cNvCxnSpPr/>
                <p:nvPr/>
              </p:nvCxnSpPr>
              <p:spPr>
                <a:xfrm>
                  <a:off x="964525" y="2535263"/>
                  <a:ext cx="3048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92" name="Google Shape;692;p81"/>
                <p:cNvSpPr/>
                <p:nvPr/>
              </p:nvSpPr>
              <p:spPr>
                <a:xfrm rot="5400000">
                  <a:off x="1258975" y="2468513"/>
                  <a:ext cx="154200" cy="133500"/>
                </a:xfrm>
                <a:prstGeom prst="triangle">
                  <a:avLst>
                    <a:gd fmla="val 50000" name="adj"/>
                  </a:avLst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  <p:grpSp>
            <p:nvGrpSpPr>
              <p:cNvPr id="693" name="Google Shape;693;p81"/>
              <p:cNvGrpSpPr/>
              <p:nvPr/>
            </p:nvGrpSpPr>
            <p:grpSpPr>
              <a:xfrm>
                <a:off x="964525" y="2609288"/>
                <a:ext cx="438300" cy="154200"/>
                <a:chOff x="964525" y="2609288"/>
                <a:chExt cx="438300" cy="154200"/>
              </a:xfrm>
            </p:grpSpPr>
            <p:cxnSp>
              <p:nvCxnSpPr>
                <p:cNvPr id="694" name="Google Shape;694;p81"/>
                <p:cNvCxnSpPr/>
                <p:nvPr/>
              </p:nvCxnSpPr>
              <p:spPr>
                <a:xfrm rot="10800000">
                  <a:off x="1098025" y="2686388"/>
                  <a:ext cx="3048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95" name="Google Shape;695;p81"/>
                <p:cNvSpPr/>
                <p:nvPr/>
              </p:nvSpPr>
              <p:spPr>
                <a:xfrm rot="-5400000">
                  <a:off x="954175" y="2619638"/>
                  <a:ext cx="154200" cy="133500"/>
                </a:xfrm>
                <a:prstGeom prst="triangle">
                  <a:avLst>
                    <a:gd fmla="val 50000" name="adj"/>
                  </a:avLst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696" name="Google Shape;696;p81"/>
            <p:cNvGrpSpPr/>
            <p:nvPr/>
          </p:nvGrpSpPr>
          <p:grpSpPr>
            <a:xfrm>
              <a:off x="405875" y="2363109"/>
              <a:ext cx="622200" cy="928129"/>
              <a:chOff x="7350525" y="918771"/>
              <a:chExt cx="622200" cy="928129"/>
            </a:xfrm>
          </p:grpSpPr>
          <p:sp>
            <p:nvSpPr>
              <p:cNvPr id="697" name="Google Shape;697;p81"/>
              <p:cNvSpPr/>
              <p:nvPr/>
            </p:nvSpPr>
            <p:spPr>
              <a:xfrm rot="5400000">
                <a:off x="7350525" y="1224700"/>
                <a:ext cx="622200" cy="622200"/>
              </a:xfrm>
              <a:prstGeom prst="pie">
                <a:avLst>
                  <a:gd fmla="val 5399541" name="adj1"/>
                  <a:gd fmla="val 16200000" name="adj2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98" name="Google Shape;698;p81"/>
              <p:cNvSpPr/>
              <p:nvPr/>
            </p:nvSpPr>
            <p:spPr>
              <a:xfrm>
                <a:off x="7527375" y="918771"/>
                <a:ext cx="268500" cy="268500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99" name="Google Shape;699;p81"/>
            <p:cNvGrpSpPr/>
            <p:nvPr/>
          </p:nvGrpSpPr>
          <p:grpSpPr>
            <a:xfrm>
              <a:off x="1321525" y="2363109"/>
              <a:ext cx="622200" cy="928129"/>
              <a:chOff x="7350525" y="918771"/>
              <a:chExt cx="622200" cy="928129"/>
            </a:xfrm>
          </p:grpSpPr>
          <p:sp>
            <p:nvSpPr>
              <p:cNvPr id="700" name="Google Shape;700;p81"/>
              <p:cNvSpPr/>
              <p:nvPr/>
            </p:nvSpPr>
            <p:spPr>
              <a:xfrm rot="5400000">
                <a:off x="7350525" y="1224700"/>
                <a:ext cx="622200" cy="622200"/>
              </a:xfrm>
              <a:prstGeom prst="pie">
                <a:avLst>
                  <a:gd fmla="val 5399541" name="adj1"/>
                  <a:gd fmla="val 16200000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01" name="Google Shape;701;p81"/>
              <p:cNvSpPr/>
              <p:nvPr/>
            </p:nvSpPr>
            <p:spPr>
              <a:xfrm>
                <a:off x="7527375" y="918771"/>
                <a:ext cx="268500" cy="268500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grpSp>
        <p:nvGrpSpPr>
          <p:cNvPr id="702" name="Google Shape;702;p81"/>
          <p:cNvGrpSpPr/>
          <p:nvPr/>
        </p:nvGrpSpPr>
        <p:grpSpPr>
          <a:xfrm>
            <a:off x="771936" y="1934239"/>
            <a:ext cx="1350970" cy="1288707"/>
            <a:chOff x="639966" y="634086"/>
            <a:chExt cx="1086513" cy="1036438"/>
          </a:xfrm>
        </p:grpSpPr>
        <p:grpSp>
          <p:nvGrpSpPr>
            <p:cNvPr id="703" name="Google Shape;703;p81"/>
            <p:cNvGrpSpPr/>
            <p:nvPr/>
          </p:nvGrpSpPr>
          <p:grpSpPr>
            <a:xfrm>
              <a:off x="1041875" y="745249"/>
              <a:ext cx="196857" cy="197018"/>
              <a:chOff x="1297200" y="1758650"/>
              <a:chExt cx="366450" cy="366750"/>
            </a:xfrm>
          </p:grpSpPr>
          <p:cxnSp>
            <p:nvCxnSpPr>
              <p:cNvPr id="704" name="Google Shape;704;p81"/>
              <p:cNvCxnSpPr/>
              <p:nvPr/>
            </p:nvCxnSpPr>
            <p:spPr>
              <a:xfrm>
                <a:off x="1476250" y="1758650"/>
                <a:ext cx="0" cy="145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" name="Google Shape;705;p81"/>
              <p:cNvCxnSpPr/>
              <p:nvPr/>
            </p:nvCxnSpPr>
            <p:spPr>
              <a:xfrm>
                <a:off x="1476250" y="1979900"/>
                <a:ext cx="0" cy="145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6" name="Google Shape;706;p81"/>
              <p:cNvCxnSpPr/>
              <p:nvPr/>
            </p:nvCxnSpPr>
            <p:spPr>
              <a:xfrm>
                <a:off x="1591050" y="1869428"/>
                <a:ext cx="0" cy="145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" name="Google Shape;707;p81"/>
              <p:cNvCxnSpPr/>
              <p:nvPr/>
            </p:nvCxnSpPr>
            <p:spPr>
              <a:xfrm>
                <a:off x="1369800" y="1869428"/>
                <a:ext cx="0" cy="145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08" name="Google Shape;708;p81"/>
            <p:cNvGrpSpPr/>
            <p:nvPr/>
          </p:nvGrpSpPr>
          <p:grpSpPr>
            <a:xfrm>
              <a:off x="1238713" y="634086"/>
              <a:ext cx="159223" cy="159353"/>
              <a:chOff x="1297200" y="1758650"/>
              <a:chExt cx="366450" cy="366750"/>
            </a:xfrm>
          </p:grpSpPr>
          <p:cxnSp>
            <p:nvCxnSpPr>
              <p:cNvPr id="709" name="Google Shape;709;p81"/>
              <p:cNvCxnSpPr/>
              <p:nvPr/>
            </p:nvCxnSpPr>
            <p:spPr>
              <a:xfrm>
                <a:off x="1476250" y="1758650"/>
                <a:ext cx="0" cy="145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0" name="Google Shape;710;p81"/>
              <p:cNvCxnSpPr/>
              <p:nvPr/>
            </p:nvCxnSpPr>
            <p:spPr>
              <a:xfrm>
                <a:off x="1476250" y="1979900"/>
                <a:ext cx="0" cy="145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" name="Google Shape;711;p81"/>
              <p:cNvCxnSpPr/>
              <p:nvPr/>
            </p:nvCxnSpPr>
            <p:spPr>
              <a:xfrm>
                <a:off x="1591050" y="1869428"/>
                <a:ext cx="0" cy="145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" name="Google Shape;712;p81"/>
              <p:cNvCxnSpPr/>
              <p:nvPr/>
            </p:nvCxnSpPr>
            <p:spPr>
              <a:xfrm>
                <a:off x="1369800" y="1869428"/>
                <a:ext cx="0" cy="145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13" name="Google Shape;713;p81"/>
            <p:cNvGrpSpPr/>
            <p:nvPr/>
          </p:nvGrpSpPr>
          <p:grpSpPr>
            <a:xfrm>
              <a:off x="639966" y="935823"/>
              <a:ext cx="1086513" cy="734700"/>
              <a:chOff x="639966" y="935823"/>
              <a:chExt cx="1086513" cy="734700"/>
            </a:xfrm>
          </p:grpSpPr>
          <p:sp>
            <p:nvSpPr>
              <p:cNvPr id="714" name="Google Shape;714;p81"/>
              <p:cNvSpPr/>
              <p:nvPr/>
            </p:nvSpPr>
            <p:spPr>
              <a:xfrm rot="-901661">
                <a:off x="1257191" y="975339"/>
                <a:ext cx="391074" cy="655668"/>
              </a:xfrm>
              <a:prstGeom prst="roundRect">
                <a:avLst>
                  <a:gd fmla="val 8047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15" name="Google Shape;715;p81"/>
              <p:cNvSpPr/>
              <p:nvPr/>
            </p:nvSpPr>
            <p:spPr>
              <a:xfrm flipH="1" rot="901661">
                <a:off x="718178" y="975339"/>
                <a:ext cx="391074" cy="655668"/>
              </a:xfrm>
              <a:prstGeom prst="roundRect">
                <a:avLst>
                  <a:gd fmla="val 804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grpSp>
        <p:nvGrpSpPr>
          <p:cNvPr id="716" name="Google Shape;716;p81"/>
          <p:cNvGrpSpPr/>
          <p:nvPr/>
        </p:nvGrpSpPr>
        <p:grpSpPr>
          <a:xfrm>
            <a:off x="3851915" y="2095678"/>
            <a:ext cx="1440167" cy="1399284"/>
            <a:chOff x="2545513" y="2082614"/>
            <a:chExt cx="939750" cy="871774"/>
          </a:xfrm>
        </p:grpSpPr>
        <p:grpSp>
          <p:nvGrpSpPr>
            <p:cNvPr id="717" name="Google Shape;717;p81"/>
            <p:cNvGrpSpPr/>
            <p:nvPr/>
          </p:nvGrpSpPr>
          <p:grpSpPr>
            <a:xfrm>
              <a:off x="2545513" y="2354613"/>
              <a:ext cx="939750" cy="599775"/>
              <a:chOff x="2545513" y="2354613"/>
              <a:chExt cx="939750" cy="599775"/>
            </a:xfrm>
          </p:grpSpPr>
          <p:sp>
            <p:nvSpPr>
              <p:cNvPr id="718" name="Google Shape;718;p81"/>
              <p:cNvSpPr/>
              <p:nvPr/>
            </p:nvSpPr>
            <p:spPr>
              <a:xfrm>
                <a:off x="2545513" y="2757288"/>
                <a:ext cx="196800" cy="19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19" name="Google Shape;719;p81"/>
              <p:cNvSpPr/>
              <p:nvPr/>
            </p:nvSpPr>
            <p:spPr>
              <a:xfrm>
                <a:off x="2793175" y="2575351"/>
                <a:ext cx="196800" cy="37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20" name="Google Shape;720;p81"/>
              <p:cNvSpPr/>
              <p:nvPr/>
            </p:nvSpPr>
            <p:spPr>
              <a:xfrm>
                <a:off x="3040813" y="2490813"/>
                <a:ext cx="196800" cy="463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21" name="Google Shape;721;p81"/>
              <p:cNvSpPr/>
              <p:nvPr/>
            </p:nvSpPr>
            <p:spPr>
              <a:xfrm>
                <a:off x="3288463" y="2354613"/>
                <a:ext cx="196800" cy="599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22" name="Google Shape;722;p81"/>
            <p:cNvGrpSpPr/>
            <p:nvPr/>
          </p:nvGrpSpPr>
          <p:grpSpPr>
            <a:xfrm>
              <a:off x="2615263" y="2082614"/>
              <a:ext cx="800263" cy="460438"/>
              <a:chOff x="2615263" y="2206150"/>
              <a:chExt cx="800263" cy="460438"/>
            </a:xfrm>
          </p:grpSpPr>
          <p:sp>
            <p:nvSpPr>
              <p:cNvPr id="723" name="Google Shape;723;p81"/>
              <p:cNvSpPr/>
              <p:nvPr/>
            </p:nvSpPr>
            <p:spPr>
              <a:xfrm>
                <a:off x="2615263" y="2609288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24" name="Google Shape;724;p81"/>
              <p:cNvSpPr/>
              <p:nvPr/>
            </p:nvSpPr>
            <p:spPr>
              <a:xfrm>
                <a:off x="2862925" y="2386675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25" name="Google Shape;725;p81"/>
              <p:cNvSpPr/>
              <p:nvPr/>
            </p:nvSpPr>
            <p:spPr>
              <a:xfrm>
                <a:off x="3110575" y="2386663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26" name="Google Shape;726;p81"/>
              <p:cNvSpPr/>
              <p:nvPr/>
            </p:nvSpPr>
            <p:spPr>
              <a:xfrm>
                <a:off x="3358225" y="2206150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727" name="Google Shape;727;p81"/>
              <p:cNvCxnSpPr/>
              <p:nvPr/>
            </p:nvCxnSpPr>
            <p:spPr>
              <a:xfrm flipH="1" rot="10800000">
                <a:off x="2642416" y="2414884"/>
                <a:ext cx="250800" cy="222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81"/>
              <p:cNvCxnSpPr/>
              <p:nvPr/>
            </p:nvCxnSpPr>
            <p:spPr>
              <a:xfrm>
                <a:off x="2891275" y="2415613"/>
                <a:ext cx="2490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81"/>
              <p:cNvCxnSpPr/>
              <p:nvPr/>
            </p:nvCxnSpPr>
            <p:spPr>
              <a:xfrm flipH="1" rot="10800000">
                <a:off x="3140375" y="2233825"/>
                <a:ext cx="255000" cy="184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30" name="Google Shape;730;p81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2"/>
          <p:cNvSpPr txBox="1"/>
          <p:nvPr>
            <p:ph type="title"/>
          </p:nvPr>
        </p:nvSpPr>
        <p:spPr>
          <a:xfrm>
            <a:off x="708600" y="2514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use cases of Web Scraping in the Workforce</a:t>
            </a:r>
            <a:endParaRPr/>
          </a:p>
        </p:txBody>
      </p:sp>
      <p:sp>
        <p:nvSpPr>
          <p:cNvPr id="736" name="Google Shape;736;p82"/>
          <p:cNvSpPr txBox="1"/>
          <p:nvPr>
            <p:ph idx="7" type="subTitle"/>
          </p:nvPr>
        </p:nvSpPr>
        <p:spPr>
          <a:xfrm>
            <a:off x="52730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Monitoring E-Commerce Prices</a:t>
            </a:r>
            <a:endParaRPr/>
          </a:p>
        </p:txBody>
      </p:sp>
      <p:sp>
        <p:nvSpPr>
          <p:cNvPr id="737" name="Google Shape;737;p82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Analyzing Public Sentiment from Social Media</a:t>
            </a:r>
            <a:endParaRPr/>
          </a:p>
        </p:txBody>
      </p:sp>
      <p:sp>
        <p:nvSpPr>
          <p:cNvPr id="738" name="Google Shape;738;p82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Gather open data for machine learning</a:t>
            </a:r>
            <a:endParaRPr/>
          </a:p>
        </p:txBody>
      </p:sp>
      <p:grpSp>
        <p:nvGrpSpPr>
          <p:cNvPr id="739" name="Google Shape;739;p82"/>
          <p:cNvGrpSpPr/>
          <p:nvPr/>
        </p:nvGrpSpPr>
        <p:grpSpPr>
          <a:xfrm>
            <a:off x="5925013" y="263514"/>
            <a:ext cx="939750" cy="871774"/>
            <a:chOff x="2545513" y="2082614"/>
            <a:chExt cx="939750" cy="871774"/>
          </a:xfrm>
        </p:grpSpPr>
        <p:grpSp>
          <p:nvGrpSpPr>
            <p:cNvPr id="740" name="Google Shape;740;p82"/>
            <p:cNvGrpSpPr/>
            <p:nvPr/>
          </p:nvGrpSpPr>
          <p:grpSpPr>
            <a:xfrm>
              <a:off x="2545513" y="2354613"/>
              <a:ext cx="939750" cy="599775"/>
              <a:chOff x="2545513" y="2354613"/>
              <a:chExt cx="939750" cy="599775"/>
            </a:xfrm>
          </p:grpSpPr>
          <p:sp>
            <p:nvSpPr>
              <p:cNvPr id="741" name="Google Shape;741;p82"/>
              <p:cNvSpPr/>
              <p:nvPr/>
            </p:nvSpPr>
            <p:spPr>
              <a:xfrm>
                <a:off x="2545513" y="2757288"/>
                <a:ext cx="196800" cy="19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42" name="Google Shape;742;p82"/>
              <p:cNvSpPr/>
              <p:nvPr/>
            </p:nvSpPr>
            <p:spPr>
              <a:xfrm>
                <a:off x="2793175" y="2575351"/>
                <a:ext cx="196800" cy="37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43" name="Google Shape;743;p82"/>
              <p:cNvSpPr/>
              <p:nvPr/>
            </p:nvSpPr>
            <p:spPr>
              <a:xfrm>
                <a:off x="3040813" y="2490813"/>
                <a:ext cx="196800" cy="463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44" name="Google Shape;744;p82"/>
              <p:cNvSpPr/>
              <p:nvPr/>
            </p:nvSpPr>
            <p:spPr>
              <a:xfrm>
                <a:off x="3288463" y="2354613"/>
                <a:ext cx="196800" cy="599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45" name="Google Shape;745;p82"/>
            <p:cNvGrpSpPr/>
            <p:nvPr/>
          </p:nvGrpSpPr>
          <p:grpSpPr>
            <a:xfrm>
              <a:off x="2615263" y="2082614"/>
              <a:ext cx="800263" cy="460438"/>
              <a:chOff x="2615263" y="2206150"/>
              <a:chExt cx="800263" cy="460438"/>
            </a:xfrm>
          </p:grpSpPr>
          <p:sp>
            <p:nvSpPr>
              <p:cNvPr id="746" name="Google Shape;746;p82"/>
              <p:cNvSpPr/>
              <p:nvPr/>
            </p:nvSpPr>
            <p:spPr>
              <a:xfrm>
                <a:off x="2615263" y="2609288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47" name="Google Shape;747;p82"/>
              <p:cNvSpPr/>
              <p:nvPr/>
            </p:nvSpPr>
            <p:spPr>
              <a:xfrm>
                <a:off x="2862925" y="2386675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48" name="Google Shape;748;p82"/>
              <p:cNvSpPr/>
              <p:nvPr/>
            </p:nvSpPr>
            <p:spPr>
              <a:xfrm>
                <a:off x="3110575" y="2386663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49" name="Google Shape;749;p82"/>
              <p:cNvSpPr/>
              <p:nvPr/>
            </p:nvSpPr>
            <p:spPr>
              <a:xfrm>
                <a:off x="3358225" y="2206150"/>
                <a:ext cx="57300" cy="57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750" name="Google Shape;750;p82"/>
              <p:cNvCxnSpPr/>
              <p:nvPr/>
            </p:nvCxnSpPr>
            <p:spPr>
              <a:xfrm flipH="1" rot="10800000">
                <a:off x="2642416" y="2414884"/>
                <a:ext cx="250800" cy="222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82"/>
              <p:cNvCxnSpPr/>
              <p:nvPr/>
            </p:nvCxnSpPr>
            <p:spPr>
              <a:xfrm>
                <a:off x="2891275" y="2415613"/>
                <a:ext cx="2490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" name="Google Shape;752;p82"/>
              <p:cNvCxnSpPr/>
              <p:nvPr/>
            </p:nvCxnSpPr>
            <p:spPr>
              <a:xfrm flipH="1" rot="10800000">
                <a:off x="3140375" y="2233825"/>
                <a:ext cx="255000" cy="184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53" name="Google Shape;753;p82"/>
          <p:cNvGrpSpPr/>
          <p:nvPr/>
        </p:nvGrpSpPr>
        <p:grpSpPr>
          <a:xfrm>
            <a:off x="4647575" y="2652423"/>
            <a:ext cx="1178150" cy="656596"/>
            <a:chOff x="7416125" y="3551942"/>
            <a:chExt cx="1178150" cy="656596"/>
          </a:xfrm>
        </p:grpSpPr>
        <p:sp>
          <p:nvSpPr>
            <p:cNvPr id="754" name="Google Shape;754;p82"/>
            <p:cNvSpPr/>
            <p:nvPr/>
          </p:nvSpPr>
          <p:spPr>
            <a:xfrm>
              <a:off x="7416125" y="3649638"/>
              <a:ext cx="718200" cy="558900"/>
            </a:xfrm>
            <a:prstGeom prst="wedgeEllipseCallout">
              <a:avLst>
                <a:gd fmla="val -20833" name="adj1"/>
                <a:gd fmla="val 6250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5" name="Google Shape;755;p82"/>
            <p:cNvSpPr/>
            <p:nvPr/>
          </p:nvSpPr>
          <p:spPr>
            <a:xfrm flipH="1">
              <a:off x="7972075" y="3551942"/>
              <a:ext cx="622200" cy="447000"/>
            </a:xfrm>
            <a:prstGeom prst="wedgeEllipseCallout">
              <a:avLst>
                <a:gd fmla="val -20833" name="adj1"/>
                <a:gd fmla="val 625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56" name="Google Shape;756;p82"/>
          <p:cNvGrpSpPr/>
          <p:nvPr/>
        </p:nvGrpSpPr>
        <p:grpSpPr>
          <a:xfrm>
            <a:off x="7190599" y="2544854"/>
            <a:ext cx="719757" cy="871740"/>
            <a:chOff x="7558725" y="2127799"/>
            <a:chExt cx="696225" cy="843239"/>
          </a:xfrm>
        </p:grpSpPr>
        <p:grpSp>
          <p:nvGrpSpPr>
            <p:cNvPr id="757" name="Google Shape;757;p82"/>
            <p:cNvGrpSpPr/>
            <p:nvPr/>
          </p:nvGrpSpPr>
          <p:grpSpPr>
            <a:xfrm>
              <a:off x="7558725" y="2222838"/>
              <a:ext cx="599700" cy="748200"/>
              <a:chOff x="7558725" y="2222838"/>
              <a:chExt cx="599700" cy="748200"/>
            </a:xfrm>
          </p:grpSpPr>
          <p:sp>
            <p:nvSpPr>
              <p:cNvPr id="758" name="Google Shape;758;p82"/>
              <p:cNvSpPr/>
              <p:nvPr/>
            </p:nvSpPr>
            <p:spPr>
              <a:xfrm>
                <a:off x="7558725" y="2222838"/>
                <a:ext cx="599700" cy="748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759" name="Google Shape;759;p82"/>
              <p:cNvGrpSpPr/>
              <p:nvPr/>
            </p:nvGrpSpPr>
            <p:grpSpPr>
              <a:xfrm>
                <a:off x="7635375" y="2384363"/>
                <a:ext cx="446400" cy="301800"/>
                <a:chOff x="7635375" y="2384363"/>
                <a:chExt cx="446400" cy="301800"/>
              </a:xfrm>
            </p:grpSpPr>
            <p:cxnSp>
              <p:nvCxnSpPr>
                <p:cNvPr id="760" name="Google Shape;760;p82"/>
                <p:cNvCxnSpPr/>
                <p:nvPr/>
              </p:nvCxnSpPr>
              <p:spPr>
                <a:xfrm>
                  <a:off x="7635375" y="2484963"/>
                  <a:ext cx="44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1" name="Google Shape;761;p82"/>
                <p:cNvCxnSpPr/>
                <p:nvPr/>
              </p:nvCxnSpPr>
              <p:spPr>
                <a:xfrm>
                  <a:off x="7635375" y="2585563"/>
                  <a:ext cx="44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2" name="Google Shape;762;p82"/>
                <p:cNvCxnSpPr/>
                <p:nvPr/>
              </p:nvCxnSpPr>
              <p:spPr>
                <a:xfrm>
                  <a:off x="7635375" y="2686163"/>
                  <a:ext cx="293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3" name="Google Shape;763;p82"/>
                <p:cNvCxnSpPr/>
                <p:nvPr/>
              </p:nvCxnSpPr>
              <p:spPr>
                <a:xfrm>
                  <a:off x="7635375" y="2384363"/>
                  <a:ext cx="446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64" name="Google Shape;764;p82"/>
            <p:cNvGrpSpPr/>
            <p:nvPr/>
          </p:nvGrpSpPr>
          <p:grpSpPr>
            <a:xfrm>
              <a:off x="7661833" y="2172667"/>
              <a:ext cx="546300" cy="695100"/>
              <a:chOff x="7635375" y="2199125"/>
              <a:chExt cx="546300" cy="695100"/>
            </a:xfrm>
          </p:grpSpPr>
          <p:cxnSp>
            <p:nvCxnSpPr>
              <p:cNvPr id="765" name="Google Shape;765;p82"/>
              <p:cNvCxnSpPr/>
              <p:nvPr/>
            </p:nvCxnSpPr>
            <p:spPr>
              <a:xfrm>
                <a:off x="7635375" y="2213511"/>
                <a:ext cx="546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" name="Google Shape;766;p82"/>
              <p:cNvCxnSpPr/>
              <p:nvPr/>
            </p:nvCxnSpPr>
            <p:spPr>
              <a:xfrm rot="10800000">
                <a:off x="8167575" y="2199125"/>
                <a:ext cx="0" cy="69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67" name="Google Shape;767;p82"/>
            <p:cNvGrpSpPr/>
            <p:nvPr/>
          </p:nvGrpSpPr>
          <p:grpSpPr>
            <a:xfrm>
              <a:off x="7687050" y="2127799"/>
              <a:ext cx="567900" cy="695100"/>
              <a:chOff x="7614086" y="2199125"/>
              <a:chExt cx="567900" cy="695100"/>
            </a:xfrm>
          </p:grpSpPr>
          <p:cxnSp>
            <p:nvCxnSpPr>
              <p:cNvPr id="768" name="Google Shape;768;p82"/>
              <p:cNvCxnSpPr/>
              <p:nvPr/>
            </p:nvCxnSpPr>
            <p:spPr>
              <a:xfrm>
                <a:off x="7614086" y="2213501"/>
                <a:ext cx="5679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" name="Google Shape;769;p82"/>
              <p:cNvCxnSpPr/>
              <p:nvPr/>
            </p:nvCxnSpPr>
            <p:spPr>
              <a:xfrm rot="10800000">
                <a:off x="8167575" y="2199125"/>
                <a:ext cx="0" cy="69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70" name="Google Shape;770;p82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83"/>
          <p:cNvSpPr txBox="1"/>
          <p:nvPr>
            <p:ph type="title"/>
          </p:nvPr>
        </p:nvSpPr>
        <p:spPr>
          <a:xfrm>
            <a:off x="311700" y="1474500"/>
            <a:ext cx="8520600" cy="21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Where does Web Scraping belong in Data Science?</a:t>
            </a:r>
            <a:endParaRPr sz="5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84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does Web Scraping belong?</a:t>
            </a:r>
            <a:endParaRPr/>
          </a:p>
        </p:txBody>
      </p:sp>
      <p:sp>
        <p:nvSpPr>
          <p:cNvPr id="781" name="Google Shape;781;p84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  <p:graphicFrame>
        <p:nvGraphicFramePr>
          <p:cNvPr id="782" name="Google Shape;782;p84"/>
          <p:cNvGraphicFramePr/>
          <p:nvPr/>
        </p:nvGraphicFramePr>
        <p:xfrm>
          <a:off x="670425" y="173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{BF9A11BE-0AAF-4606-97E6-19678EB98741}</a:tableStyleId>
              </a:tblPr>
              <a:tblGrid>
                <a:gridCol w="2733250"/>
                <a:gridCol w="5305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Advanced Techniques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Deep Learning, Large Language Models (LLMs)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Machine Learning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Traditional ML, Model Evaluation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Statistical Analysis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Hypothesis Testing, Feature Engineering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Exploratory Data Analysis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Visualisation, Descriptive Satistics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Data Cleaning, Preprocessing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Wrangling, Normalisation &amp; Scaling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Data Storage, Management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Lakes, Data Warehouses, ETL/ELT Pipelines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Data Collection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Web Scraping, APIs, Sensors/Logs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83" name="Google Shape;783;p84"/>
          <p:cNvSpPr/>
          <p:nvPr/>
        </p:nvSpPr>
        <p:spPr>
          <a:xfrm>
            <a:off x="396625" y="1734050"/>
            <a:ext cx="149400" cy="2725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8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28.11.24</a:t>
            </a:r>
            <a:endParaRPr/>
          </a:p>
        </p:txBody>
      </p:sp>
      <p:sp>
        <p:nvSpPr>
          <p:cNvPr id="789" name="Google Shape;789;p85"/>
          <p:cNvSpPr txBox="1"/>
          <p:nvPr>
            <p:ph type="title"/>
          </p:nvPr>
        </p:nvSpPr>
        <p:spPr>
          <a:xfrm>
            <a:off x="146450" y="186950"/>
            <a:ext cx="64356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with External Projects: FDM Singapore</a:t>
            </a:r>
            <a:endParaRPr/>
          </a:p>
        </p:txBody>
      </p:sp>
      <p:sp>
        <p:nvSpPr>
          <p:cNvPr id="790" name="Google Shape;790;p85"/>
          <p:cNvSpPr txBox="1"/>
          <p:nvPr>
            <p:ph idx="3" type="body"/>
          </p:nvPr>
        </p:nvSpPr>
        <p:spPr>
          <a:xfrm>
            <a:off x="1824200" y="1716375"/>
            <a:ext cx="6742500" cy="26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Landing Page and Online Sentiment Analysis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Campaign landing page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Reddit (API)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HR firm Competitor Analysis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Batch scraping from competing websites (Glassdoor, GradConnect, Indeed.com)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1" name="Google Shape;791;p85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86"/>
          <p:cNvSpPr txBox="1"/>
          <p:nvPr>
            <p:ph type="title"/>
          </p:nvPr>
        </p:nvSpPr>
        <p:spPr>
          <a:xfrm>
            <a:off x="311700" y="1017300"/>
            <a:ext cx="8520600" cy="21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Introduction to BeautifulSoup</a:t>
            </a:r>
            <a:endParaRPr sz="5000"/>
          </a:p>
        </p:txBody>
      </p:sp>
      <p:pic>
        <p:nvPicPr>
          <p:cNvPr id="797" name="Google Shape;79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6800" y="3008875"/>
            <a:ext cx="1822575" cy="182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7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BeautifulSoup</a:t>
            </a:r>
            <a:endParaRPr/>
          </a:p>
        </p:txBody>
      </p:sp>
      <p:sp>
        <p:nvSpPr>
          <p:cNvPr id="803" name="Google Shape;803;p87"/>
          <p:cNvSpPr txBox="1"/>
          <p:nvPr>
            <p:ph idx="3" type="body"/>
          </p:nvPr>
        </p:nvSpPr>
        <p:spPr>
          <a:xfrm>
            <a:off x="2924375" y="1683425"/>
            <a:ext cx="5642400" cy="27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What is BeautifulSoup?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 Python library for parsing HTML and XML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Works well for static websites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Features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Easy-to-use methods like .find() and .find_all()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Handles messy HTML </a:t>
            </a:r>
            <a:r>
              <a:rPr lang="en" sz="1800"/>
              <a:t>structures</a:t>
            </a:r>
            <a:endParaRPr sz="1800"/>
          </a:p>
        </p:txBody>
      </p:sp>
      <p:sp>
        <p:nvSpPr>
          <p:cNvPr id="804" name="Google Shape;804;p87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8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BeautifulSoup</a:t>
            </a:r>
            <a:endParaRPr/>
          </a:p>
        </p:txBody>
      </p:sp>
      <p:sp>
        <p:nvSpPr>
          <p:cNvPr id="810" name="Google Shape;810;p88"/>
          <p:cNvSpPr txBox="1"/>
          <p:nvPr>
            <p:ph idx="3" type="body"/>
          </p:nvPr>
        </p:nvSpPr>
        <p:spPr>
          <a:xfrm>
            <a:off x="2924375" y="1683425"/>
            <a:ext cx="5642400" cy="27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Workflow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Fetch the webpage using requests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Parse HTML using BeautifulSoup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Locate and extract desired elements (e.g. </a:t>
            </a:r>
            <a:r>
              <a:rPr lang="en" sz="1800"/>
              <a:t>titles, links, tables)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1" name="Google Shape;811;p88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89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code!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9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Web Scraping Techniques</a:t>
            </a:r>
            <a:endParaRPr/>
          </a:p>
        </p:txBody>
      </p:sp>
      <p:sp>
        <p:nvSpPr>
          <p:cNvPr id="822" name="Google Shape;822;p90"/>
          <p:cNvSpPr txBox="1"/>
          <p:nvPr>
            <p:ph idx="3" type="body"/>
          </p:nvPr>
        </p:nvSpPr>
        <p:spPr>
          <a:xfrm>
            <a:off x="4475875" y="342900"/>
            <a:ext cx="4440900" cy="40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Scrapy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Best for large-scale, automated crawling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Efficient pipelines for handling and storing data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Selenium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For interacting with dynamic, JavaScript-heavy sites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Simulates user actions like clicking or logging in</a:t>
            </a:r>
            <a:endParaRPr sz="1800"/>
          </a:p>
        </p:txBody>
      </p:sp>
      <p:sp>
        <p:nvSpPr>
          <p:cNvPr id="823" name="Google Shape;823;p90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91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other methods over BeautifulSoup?</a:t>
            </a:r>
            <a:endParaRPr/>
          </a:p>
        </p:txBody>
      </p:sp>
      <p:sp>
        <p:nvSpPr>
          <p:cNvPr id="829" name="Google Shape;829;p91"/>
          <p:cNvSpPr txBox="1"/>
          <p:nvPr>
            <p:ph idx="3" type="body"/>
          </p:nvPr>
        </p:nvSpPr>
        <p:spPr>
          <a:xfrm>
            <a:off x="4729775" y="230050"/>
            <a:ext cx="3837000" cy="42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Decision-Making Factors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Is the website static or dynamic?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How large is the data?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Is scalability important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Scenarios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Scrape a single static page &gt; BeautifulSoup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Crawl an entire e-commerce site &gt; Scrapy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Scrape dynamic pages with interactions &gt; Selenium</a:t>
            </a:r>
            <a:endParaRPr sz="1800"/>
          </a:p>
        </p:txBody>
      </p:sp>
      <p:sp>
        <p:nvSpPr>
          <p:cNvPr id="830" name="Google Shape;830;p91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2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Scraping Ethics</a:t>
            </a:r>
            <a:endParaRPr/>
          </a:p>
        </p:txBody>
      </p:sp>
      <p:sp>
        <p:nvSpPr>
          <p:cNvPr id="836" name="Google Shape;836;p92"/>
          <p:cNvSpPr txBox="1"/>
          <p:nvPr>
            <p:ph idx="3" type="body"/>
          </p:nvPr>
        </p:nvSpPr>
        <p:spPr>
          <a:xfrm>
            <a:off x="5028550" y="230050"/>
            <a:ext cx="3538200" cy="3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Do’s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Follow robots.txt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Limit request rates to avoid overloading servers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Use scraped data responsibly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Don’ts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Scrape sensitive or private data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Bypass security measures (CAPTCHA)</a:t>
            </a:r>
            <a:endParaRPr sz="1800"/>
          </a:p>
        </p:txBody>
      </p:sp>
      <p:sp>
        <p:nvSpPr>
          <p:cNvPr id="837" name="Google Shape;837;p92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93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Scraping Ethics</a:t>
            </a:r>
            <a:endParaRPr/>
          </a:p>
        </p:txBody>
      </p:sp>
      <p:pic>
        <p:nvPicPr>
          <p:cNvPr id="843" name="Google Shape;843;p93"/>
          <p:cNvPicPr preferRelativeResize="0"/>
          <p:nvPr/>
        </p:nvPicPr>
        <p:blipFill rotWithShape="1">
          <a:blip r:embed="rId3">
            <a:alphaModFix/>
          </a:blip>
          <a:srcRect b="0" l="0" r="0" t="9305"/>
          <a:stretch/>
        </p:blipFill>
        <p:spPr>
          <a:xfrm>
            <a:off x="3868700" y="342900"/>
            <a:ext cx="4889149" cy="4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93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 Data Analytics Club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vent Facilitation">
  <a:themeElements>
    <a:clrScheme name="Simple Light">
      <a:dk1>
        <a:srgbClr val="F0EBD9"/>
      </a:dk1>
      <a:lt1>
        <a:srgbClr val="0E101A"/>
      </a:lt1>
      <a:dk2>
        <a:srgbClr val="FEFFAA"/>
      </a:dk2>
      <a:lt2>
        <a:srgbClr val="799B7A"/>
      </a:lt2>
      <a:accent1>
        <a:srgbClr val="B9E1DB"/>
      </a:accent1>
      <a:accent2>
        <a:srgbClr val="F55802"/>
      </a:accent2>
      <a:accent3>
        <a:srgbClr val="EFA3B1"/>
      </a:accent3>
      <a:accent4>
        <a:srgbClr val="F2D519"/>
      </a:accent4>
      <a:accent5>
        <a:srgbClr val="B6D5C6"/>
      </a:accent5>
      <a:accent6>
        <a:srgbClr val="41658A"/>
      </a:accent6>
      <a:hlink>
        <a:srgbClr val="6F259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