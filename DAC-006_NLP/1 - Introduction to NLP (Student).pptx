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5143500" cx="9144000"/>
  <p:notesSz cx="6858000" cy="9144000"/>
  <p:embeddedFontLst>
    <p:embeddedFont>
      <p:font typeface="Roboto"/>
      <p:regular r:id="rId22"/>
      <p:bold r:id="rId23"/>
      <p:italic r:id="rId24"/>
      <p:boldItalic r:id="rId25"/>
    </p:embeddedFont>
    <p:embeddedFont>
      <p:font typeface="Montserrat"/>
      <p:regular r:id="rId26"/>
      <p:bold r:id="rId27"/>
      <p:italic r:id="rId28"/>
      <p:boldItalic r:id="rId29"/>
    </p:embeddedFont>
    <p:embeddedFont>
      <p:font typeface="Montserrat Black"/>
      <p:bold r:id="rId30"/>
      <p:boldItalic r:id="rId31"/>
    </p:embeddedFont>
    <p:embeddedFont>
      <p:font typeface="Anaheim"/>
      <p:regular r:id="rId32"/>
      <p:bold r:id="rId33"/>
    </p:embeddedFont>
    <p:embeddedFont>
      <p:font typeface="Quicksand"/>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Roboto-regular.fntdata"/><Relationship Id="rId21" Type="http://schemas.openxmlformats.org/officeDocument/2006/relationships/slide" Target="slides/slide17.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Montserrat-regular.fntdata"/><Relationship Id="rId25" Type="http://schemas.openxmlformats.org/officeDocument/2006/relationships/font" Target="fonts/Roboto-boldItalic.fntdata"/><Relationship Id="rId28" Type="http://schemas.openxmlformats.org/officeDocument/2006/relationships/font" Target="fonts/Montserrat-italic.fntdata"/><Relationship Id="rId27" Type="http://schemas.openxmlformats.org/officeDocument/2006/relationships/font" Target="fonts/Montserrat-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Montserrat-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MontserratBlack-boldItalic.fntdata"/><Relationship Id="rId30" Type="http://schemas.openxmlformats.org/officeDocument/2006/relationships/font" Target="fonts/MontserratBlack-bold.fntdata"/><Relationship Id="rId11" Type="http://schemas.openxmlformats.org/officeDocument/2006/relationships/slide" Target="slides/slide7.xml"/><Relationship Id="rId33" Type="http://schemas.openxmlformats.org/officeDocument/2006/relationships/font" Target="fonts/Anaheim-bold.fntdata"/><Relationship Id="rId10" Type="http://schemas.openxmlformats.org/officeDocument/2006/relationships/slide" Target="slides/slide6.xml"/><Relationship Id="rId32" Type="http://schemas.openxmlformats.org/officeDocument/2006/relationships/font" Target="fonts/Anaheim-regular.fntdata"/><Relationship Id="rId13" Type="http://schemas.openxmlformats.org/officeDocument/2006/relationships/slide" Target="slides/slide9.xml"/><Relationship Id="rId35" Type="http://schemas.openxmlformats.org/officeDocument/2006/relationships/font" Target="fonts/Quicksand-bold.fntdata"/><Relationship Id="rId12" Type="http://schemas.openxmlformats.org/officeDocument/2006/relationships/slide" Target="slides/slide8.xml"/><Relationship Id="rId34" Type="http://schemas.openxmlformats.org/officeDocument/2006/relationships/font" Target="fonts/Quicksand-regular.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f0673c71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f0673c71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115d5eb46a9_1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115d5eb46a9_1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115d5eb46a9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115d5eb46a9_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Natural Language (NL)</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Definition:</a:t>
            </a:r>
            <a:r>
              <a:rPr lang="en">
                <a:solidFill>
                  <a:schemeClr val="dk1"/>
                </a:solidFill>
              </a:rPr>
              <a:t> Any language that has evolved </a:t>
            </a:r>
            <a:r>
              <a:rPr b="1" lang="en">
                <a:solidFill>
                  <a:schemeClr val="dk1"/>
                </a:solidFill>
              </a:rPr>
              <a:t>naturally among humans</a:t>
            </a:r>
            <a:r>
              <a:rPr lang="en">
                <a:solidFill>
                  <a:schemeClr val="dk1"/>
                </a:solidFill>
              </a:rPr>
              <a:t> through use and repetition.</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Examples:</a:t>
            </a:r>
            <a:r>
              <a:rPr lang="en">
                <a:solidFill>
                  <a:schemeClr val="dk1"/>
                </a:solidFill>
              </a:rPr>
              <a:t> Spoken language, written text, emails, chats.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Contrast:</a:t>
            </a:r>
            <a:r>
              <a:rPr lang="en">
                <a:solidFill>
                  <a:schemeClr val="dk1"/>
                </a:solidFill>
              </a:rPr>
              <a:t> Different from </a:t>
            </a:r>
            <a:r>
              <a:rPr b="1" lang="en">
                <a:solidFill>
                  <a:schemeClr val="dk1"/>
                </a:solidFill>
              </a:rPr>
              <a:t>formal languages</a:t>
            </a:r>
            <a:r>
              <a:rPr lang="en">
                <a:solidFill>
                  <a:schemeClr val="dk1"/>
                </a:solidFill>
              </a:rPr>
              <a:t> like:</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Mathematical notation</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Programming languages</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a:solidFill>
                  <a:schemeClr val="dk1"/>
                </a:solidFill>
              </a:rPr>
              <a:t>"Natural language is often ambiguous, context-dependent, and variable, which makes it challenging for computers to understand directly."</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Natural Language Processing (NLP)</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Definition:</a:t>
            </a:r>
            <a:r>
              <a:rPr lang="en">
                <a:solidFill>
                  <a:schemeClr val="dk1"/>
                </a:solidFill>
              </a:rPr>
              <a:t> Application of </a:t>
            </a:r>
            <a:r>
              <a:rPr b="1" lang="en">
                <a:solidFill>
                  <a:schemeClr val="dk1"/>
                </a:solidFill>
              </a:rPr>
              <a:t>computational techniques</a:t>
            </a:r>
            <a:r>
              <a:rPr lang="en">
                <a:solidFill>
                  <a:schemeClr val="dk1"/>
                </a:solidFill>
              </a:rPr>
              <a:t> to process, analyze, and synthesize natural language.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Purpose:</a:t>
            </a:r>
            <a:r>
              <a:rPr lang="en">
                <a:solidFill>
                  <a:schemeClr val="dk1"/>
                </a:solidFill>
              </a:rPr>
              <a:t> Enable machines to </a:t>
            </a:r>
            <a:r>
              <a:rPr b="1" lang="en">
                <a:solidFill>
                  <a:schemeClr val="dk1"/>
                </a:solidFill>
              </a:rPr>
              <a:t>understand, interpret, and generate human language</a:t>
            </a:r>
            <a:r>
              <a:rPr lang="en">
                <a:solidFill>
                  <a:schemeClr val="dk1"/>
                </a:solidFill>
              </a:rPr>
              <a: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Examples of NLP Applications:</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Translation</a:t>
            </a:r>
            <a:r>
              <a:rPr lang="en">
                <a:solidFill>
                  <a:schemeClr val="dk1"/>
                </a:solidFill>
              </a:rPr>
              <a:t> (Google Translate)</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Question Answering</a:t>
            </a:r>
            <a:r>
              <a:rPr lang="en">
                <a:solidFill>
                  <a:schemeClr val="dk1"/>
                </a:solidFill>
              </a:rPr>
              <a:t> (Chatbots, virtual assistants)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b="1" lang="en">
                <a:solidFill>
                  <a:schemeClr val="dk1"/>
                </a:solidFill>
              </a:rPr>
              <a:t>Speech Recognition</a:t>
            </a:r>
            <a:r>
              <a:rPr lang="en">
                <a:solidFill>
                  <a:schemeClr val="dk1"/>
                </a:solidFill>
              </a:rPr>
              <a:t> (Siri, Alexa)</a:t>
            </a:r>
            <a:br>
              <a:rPr lang="en">
                <a:solidFill>
                  <a:schemeClr val="dk1"/>
                </a:solidFill>
              </a:rPr>
            </a:b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115d5eb46a9_1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115d5eb46a9_1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Different Levels of NLP Applications</a:t>
            </a:r>
            <a:endParaRPr b="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Lexical Level</a:t>
            </a:r>
            <a:r>
              <a:rPr lang="en">
                <a:solidFill>
                  <a:schemeClr val="dk1"/>
                </a:solidFill>
              </a:rPr>
              <a:t> – Words and their meanings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Syntactic Level</a:t>
            </a:r>
            <a:r>
              <a:rPr lang="en">
                <a:solidFill>
                  <a:schemeClr val="dk1"/>
                </a:solidFill>
              </a:rPr>
              <a:t> – Grammar and sentence structure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Semantic Level</a:t>
            </a:r>
            <a:r>
              <a:rPr lang="en">
                <a:solidFill>
                  <a:schemeClr val="dk1"/>
                </a:solidFill>
              </a:rPr>
              <a:t> – Meaning of sentences and context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Pragmatic Level</a:t>
            </a:r>
            <a:r>
              <a:rPr lang="en">
                <a:solidFill>
                  <a:schemeClr val="dk1"/>
                </a:solidFill>
              </a:rPr>
              <a:t> – Understanding intent in conversations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Discourse Level</a:t>
            </a:r>
            <a:r>
              <a:rPr lang="en">
                <a:solidFill>
                  <a:schemeClr val="dk1"/>
                </a:solidFill>
              </a:rPr>
              <a:t> – Relationships across multiple sentences</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115d5eb46a9_1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115d5eb46a9_1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Introduction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a:solidFill>
                  <a:schemeClr val="dk1"/>
                </a:solidFill>
              </a:rPr>
              <a:t>"Natural Language Processing is powerful, but teaching machines to understand human language is extremely challenging.</a:t>
            </a:r>
            <a:br>
              <a:rPr i="1" lang="en">
                <a:solidFill>
                  <a:schemeClr val="dk1"/>
                </a:solidFill>
              </a:rPr>
            </a:br>
            <a:r>
              <a:rPr i="1" lang="en">
                <a:solidFill>
                  <a:schemeClr val="dk1"/>
                </a:solidFill>
              </a:rPr>
              <a:t> Human language is </a:t>
            </a:r>
            <a:r>
              <a:rPr b="1" i="1" lang="en">
                <a:solidFill>
                  <a:schemeClr val="dk1"/>
                </a:solidFill>
              </a:rPr>
              <a:t>complex, ambiguous, and context-dependent</a:t>
            </a:r>
            <a:r>
              <a:rPr i="1" lang="en">
                <a:solidFill>
                  <a:schemeClr val="dk1"/>
                </a:solidFill>
              </a:rPr>
              <a:t>."</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1️⃣ Key Challenges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Complexity of Meaning</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Words can have </a:t>
            </a:r>
            <a:r>
              <a:rPr b="1" lang="en">
                <a:solidFill>
                  <a:schemeClr val="dk1"/>
                </a:solidFill>
              </a:rPr>
              <a:t>multiple meanings</a:t>
            </a:r>
            <a:r>
              <a:rPr lang="en">
                <a:solidFill>
                  <a:schemeClr val="dk1"/>
                </a:solidFill>
              </a:rPr>
              <a:t> depending on context.</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Example: </a:t>
            </a:r>
            <a:r>
              <a:rPr i="1" lang="en">
                <a:solidFill>
                  <a:schemeClr val="dk1"/>
                </a:solidFill>
              </a:rPr>
              <a:t>“bank”</a:t>
            </a:r>
            <a:r>
              <a:rPr lang="en">
                <a:solidFill>
                  <a:schemeClr val="dk1"/>
                </a:solidFill>
              </a:rPr>
              <a:t> → riverbank vs financial institution</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Context and Nuance</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Meaning often depends on </a:t>
            </a:r>
            <a:r>
              <a:rPr b="1" lang="en">
                <a:solidFill>
                  <a:schemeClr val="dk1"/>
                </a:solidFill>
              </a:rPr>
              <a:t>previous sentences</a:t>
            </a:r>
            <a:r>
              <a:rPr lang="en">
                <a:solidFill>
                  <a:schemeClr val="dk1"/>
                </a:solidFill>
              </a:rPr>
              <a:t> or the </a:t>
            </a:r>
            <a:r>
              <a:rPr b="1" lang="en">
                <a:solidFill>
                  <a:schemeClr val="dk1"/>
                </a:solidFill>
              </a:rPr>
              <a:t>speaker’s intent</a:t>
            </a:r>
            <a:r>
              <a:rPr lang="en">
                <a:solidFill>
                  <a:schemeClr val="dk1"/>
                </a:solidFill>
              </a:rPr>
              <a:t>.</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Sarcasm, idioms, and slang are hard for machines to interpret.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Representation of Language</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How do you </a:t>
            </a:r>
            <a:r>
              <a:rPr b="1" lang="en">
                <a:solidFill>
                  <a:schemeClr val="dk1"/>
                </a:solidFill>
              </a:rPr>
              <a:t>represent a sentence, paragraph, or essay numerically</a:t>
            </a:r>
            <a:r>
              <a:rPr lang="en">
                <a:solidFill>
                  <a:schemeClr val="dk1"/>
                </a:solidFill>
              </a:rPr>
              <a:t> for a computer?</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Simple word-based approaches may lose </a:t>
            </a:r>
            <a:r>
              <a:rPr b="1" lang="en">
                <a:solidFill>
                  <a:schemeClr val="dk1"/>
                </a:solidFill>
              </a:rPr>
              <a:t>context or subtlety</a:t>
            </a:r>
            <a:r>
              <a:rPr lang="en">
                <a:solidFill>
                  <a:schemeClr val="dk1"/>
                </a:solidFill>
              </a:rPr>
              <a: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Rule Explosion Problem</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Is it possible to explicitly </a:t>
            </a:r>
            <a:r>
              <a:rPr b="1" lang="en">
                <a:solidFill>
                  <a:schemeClr val="dk1"/>
                </a:solidFill>
              </a:rPr>
              <a:t>define all grammar and language rules</a:t>
            </a:r>
            <a:r>
              <a:rPr lang="en">
                <a:solidFill>
                  <a:schemeClr val="dk1"/>
                </a:solidFill>
              </a:rPr>
              <a:t>?</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Human language is too flexible and evolves over time → impossible to manually code all rules.</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2️⃣ Some Thought Questions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How does a machine know </a:t>
            </a:r>
            <a:r>
              <a:rPr b="1" lang="en">
                <a:solidFill>
                  <a:schemeClr val="dk1"/>
                </a:solidFill>
              </a:rPr>
              <a:t>word relationships and sentence structure</a:t>
            </a:r>
            <a:r>
              <a:rPr lang="en">
                <a:solidFill>
                  <a:schemeClr val="dk1"/>
                </a:solidFill>
              </a:rPr>
              <a: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How can it handle </a:t>
            </a:r>
            <a:r>
              <a:rPr b="1" lang="en">
                <a:solidFill>
                  <a:schemeClr val="dk1"/>
                </a:solidFill>
              </a:rPr>
              <a:t>ambiguity, polysemy, and figurative language</a:t>
            </a:r>
            <a:r>
              <a:rPr lang="en">
                <a:solidFill>
                  <a:schemeClr val="dk1"/>
                </a:solidFill>
              </a:rPr>
              <a: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How do you </a:t>
            </a:r>
            <a:r>
              <a:rPr b="1" lang="en">
                <a:solidFill>
                  <a:schemeClr val="dk1"/>
                </a:solidFill>
              </a:rPr>
              <a:t>encode context and meaning</a:t>
            </a:r>
            <a:r>
              <a:rPr lang="en">
                <a:solidFill>
                  <a:schemeClr val="dk1"/>
                </a:solidFill>
              </a:rPr>
              <a:t> for AI models?</a:t>
            </a:r>
            <a:endParaRPr>
              <a:solidFill>
                <a:schemeClr val="dk1"/>
              </a:solidFill>
            </a:endParaRPr>
          </a:p>
          <a:p>
            <a:pPr indent="0" lvl="0" marL="0" rtl="0" algn="l">
              <a:spcBef>
                <a:spcPts val="1200"/>
              </a:spcBef>
              <a:spcAft>
                <a:spcPts val="0"/>
              </a:spcAft>
              <a:buClr>
                <a:schemeClr val="dk1"/>
              </a:buClr>
              <a:buSzPts val="1100"/>
              <a:buFont typeface="Arial"/>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115d5eb46a9_1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115d5eb46a9_1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115d5eb46a9_1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115d5eb46a9_1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115d5eb46a9_1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115d5eb46a9_1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115d5eb46a9_1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115d5eb46a9_1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115d5eb46a9_1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7" name="Google Shape;747;g115d5eb46a9_1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Introduction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
                <a:solidFill>
                  <a:schemeClr val="dk1"/>
                </a:solidFill>
              </a:rPr>
              <a:t>"NLP projects follow a structured workflow to convert raw text into actionable insights.</a:t>
            </a:r>
            <a:br>
              <a:rPr i="1" lang="en">
                <a:solidFill>
                  <a:schemeClr val="dk1"/>
                </a:solidFill>
              </a:rPr>
            </a:br>
            <a:r>
              <a:rPr i="1" lang="en">
                <a:solidFill>
                  <a:schemeClr val="dk1"/>
                </a:solidFill>
              </a:rPr>
              <a:t> This involves understanding the data, cleaning it, extracting features, training models, and evaluating results."</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i="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1️⃣ Exploratory Data Analysis (EDA)</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Purpose:</a:t>
            </a:r>
            <a:r>
              <a:rPr lang="en">
                <a:solidFill>
                  <a:schemeClr val="dk1"/>
                </a:solidFill>
              </a:rPr>
              <a:t> Understand the dataset and discover patterns.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Techniques:</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Frequency distribution of words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Word clouds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Basic visualizations (histograms, bar plots)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Outcome:</a:t>
            </a:r>
            <a:r>
              <a:rPr lang="en">
                <a:solidFill>
                  <a:schemeClr val="dk1"/>
                </a:solidFill>
              </a:rPr>
              <a:t> Form hypotheses and understand </a:t>
            </a:r>
            <a:r>
              <a:rPr b="1" lang="en">
                <a:solidFill>
                  <a:schemeClr val="dk1"/>
                </a:solidFill>
              </a:rPr>
              <a:t>common words, topics, or sentiment trends</a:t>
            </a:r>
            <a:r>
              <a:rPr lang="en">
                <a:solidFill>
                  <a:schemeClr val="dk1"/>
                </a:solidFill>
              </a:rPr>
              <a:t>.</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2️⃣ Data Preprocessing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Purpose:</a:t>
            </a:r>
            <a:r>
              <a:rPr lang="en">
                <a:solidFill>
                  <a:schemeClr val="dk1"/>
                </a:solidFill>
              </a:rPr>
              <a:t> Convert raw text into a form that </a:t>
            </a:r>
            <a:r>
              <a:rPr b="1" lang="en">
                <a:solidFill>
                  <a:schemeClr val="dk1"/>
                </a:solidFill>
              </a:rPr>
              <a:t>machines can understand</a:t>
            </a:r>
            <a:r>
              <a:rPr lang="en">
                <a:solidFill>
                  <a:schemeClr val="dk1"/>
                </a:solidFill>
              </a:rPr>
              <a: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Techniques:</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Tokenization → split sentences into words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Lemmatization → reduce words to base forms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Expanding contractions → "don't" → "do not"</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Removing stop words → eliminate common words like "the", "and"</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Benefits:</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Reduces </a:t>
            </a:r>
            <a:r>
              <a:rPr b="1" lang="en">
                <a:solidFill>
                  <a:schemeClr val="dk1"/>
                </a:solidFill>
              </a:rPr>
              <a:t>noise</a:t>
            </a:r>
            <a:r>
              <a:rPr lang="en">
                <a:solidFill>
                  <a:schemeClr val="dk1"/>
                </a:solidFill>
              </a:rPr>
              <a:t> in the data</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Improves </a:t>
            </a:r>
            <a:r>
              <a:rPr b="1" lang="en">
                <a:solidFill>
                  <a:schemeClr val="dk1"/>
                </a:solidFill>
              </a:rPr>
              <a:t>model performance</a:t>
            </a:r>
            <a:br>
              <a:rPr b="1" lang="en">
                <a:solidFill>
                  <a:schemeClr val="dk1"/>
                </a:solidFill>
              </a:rPr>
            </a:b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Note:</a:t>
            </a:r>
            <a:r>
              <a:rPr lang="en">
                <a:solidFill>
                  <a:schemeClr val="dk1"/>
                </a:solidFill>
              </a:rPr>
              <a:t> Preprocessing choices are </a:t>
            </a:r>
            <a:r>
              <a:rPr b="1" lang="en">
                <a:solidFill>
                  <a:schemeClr val="dk1"/>
                </a:solidFill>
              </a:rPr>
              <a:t>context-dependent</a:t>
            </a:r>
            <a:r>
              <a:rPr lang="en">
                <a:solidFill>
                  <a:schemeClr val="dk1"/>
                </a:solidFill>
              </a:rPr>
              <a:t>; there is no one-size-fits-all.</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3️⃣ Feature Engineering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Purpose:</a:t>
            </a:r>
            <a:r>
              <a:rPr lang="en">
                <a:solidFill>
                  <a:schemeClr val="dk1"/>
                </a:solidFill>
              </a:rPr>
              <a:t> Convert text into </a:t>
            </a:r>
            <a:r>
              <a:rPr b="1" lang="en">
                <a:solidFill>
                  <a:schemeClr val="dk1"/>
                </a:solidFill>
              </a:rPr>
              <a:t>numeric or structured features</a:t>
            </a:r>
            <a:r>
              <a:rPr lang="en">
                <a:solidFill>
                  <a:schemeClr val="dk1"/>
                </a:solidFill>
              </a:rPr>
              <a:t> for modeling.</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Techniques:</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Part-of-speech tagging (POS)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N-grams (word sequences)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TF-IDF (term frequency-inverse document frequency)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Note:</a:t>
            </a:r>
            <a:r>
              <a:rPr lang="en">
                <a:solidFill>
                  <a:schemeClr val="dk1"/>
                </a:solidFill>
              </a:rPr>
              <a:t> Less critical for </a:t>
            </a:r>
            <a:r>
              <a:rPr b="1" lang="en">
                <a:solidFill>
                  <a:schemeClr val="dk1"/>
                </a:solidFill>
              </a:rPr>
              <a:t>deep learning</a:t>
            </a:r>
            <a:r>
              <a:rPr lang="en">
                <a:solidFill>
                  <a:schemeClr val="dk1"/>
                </a:solidFill>
              </a:rPr>
              <a:t>, which can learn features automatically.</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4️⃣ Model Training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Purpose:</a:t>
            </a:r>
            <a:r>
              <a:rPr lang="en">
                <a:solidFill>
                  <a:schemeClr val="dk1"/>
                </a:solidFill>
              </a:rPr>
              <a:t> Train a machine learning or deep learning model on the features extracted.</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Examples:</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Sentiment analysis using Logistic Regression or LSTM</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Text classification using BERT or Transformers</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5️⃣ Model Evaluation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Purpose:</a:t>
            </a:r>
            <a:r>
              <a:rPr lang="en">
                <a:solidFill>
                  <a:schemeClr val="dk1"/>
                </a:solidFill>
              </a:rPr>
              <a:t> Quantify how well the model performs.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Techniques:</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Accuracy, Precision, Recall, F1-score</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Confusion matrix</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Error Analysis:</a:t>
            </a:r>
            <a:br>
              <a:rPr b="1" lang="en">
                <a:solidFill>
                  <a:schemeClr val="dk1"/>
                </a:solidFill>
              </a:rPr>
            </a:b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Examine misclassifications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Improve model by tweaking </a:t>
            </a:r>
            <a:r>
              <a:rPr b="1" lang="en">
                <a:solidFill>
                  <a:schemeClr val="dk1"/>
                </a:solidFill>
              </a:rPr>
              <a:t>preprocessing, features, or training data</a:t>
            </a:r>
            <a:endParaRPr b="1">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114ce6ba8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114ce6ba8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1f12370601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31f1237060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1f1237060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31f1237060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Tokenisation is the process of breaking text into smaller units called tokens, typically words, phrases, or sentences.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example, the sentence "The war continues despite talks." becomes tokens like ["The", "war", "continues", "despite", "talks"].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step simplifies text for analysis by dividing it into manageable components.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31f1237060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7" name="Google Shape;787;g31f1237060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Both reduce words to their root form to treat similar words uniformly, but they differ in approach: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Stemming: A heuristic method that chops off word endings, often producing non-standard base forms.</a:t>
            </a:r>
            <a:endParaRPr/>
          </a:p>
          <a:p>
            <a:pPr indent="0" lvl="0" marL="0" rtl="0" algn="l">
              <a:spcBef>
                <a:spcPts val="0"/>
              </a:spcBef>
              <a:spcAft>
                <a:spcPts val="0"/>
              </a:spcAft>
              <a:buNone/>
            </a:pPr>
            <a:r>
              <a:rPr lang="en"/>
              <a:t>Example: "running", "runs", "ran" → "run".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Lemmatization: A more sophisticated method that uses a vocabulary to return words to their base or dictionary form (lemma). It considers context, such as part of speech.</a:t>
            </a:r>
            <a:endParaRPr/>
          </a:p>
          <a:p>
            <a:pPr indent="0" lvl="0" marL="0" rtl="0" algn="l">
              <a:spcBef>
                <a:spcPts val="0"/>
              </a:spcBef>
              <a:spcAft>
                <a:spcPts val="0"/>
              </a:spcAft>
              <a:buNone/>
            </a:pPr>
            <a:r>
              <a:rPr lang="en"/>
              <a:t>Example: "better" → "good" (adjective), "ran" → "run" (verb).</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Lemmatization is typically more accurate but computationally expensive.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1f12370601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31f12370601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Bag of Words model represents text as a vector of word frequencies, ignoring grammar and word order. Each unique word in a corpus becomes a feature, and the value represents its count in a given text.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example:</a:t>
            </a:r>
            <a:endParaRPr/>
          </a:p>
          <a:p>
            <a:pPr indent="0" lvl="0" marL="0" rtl="0" algn="l">
              <a:spcBef>
                <a:spcPts val="0"/>
              </a:spcBef>
              <a:spcAft>
                <a:spcPts val="0"/>
              </a:spcAft>
              <a:buNone/>
            </a:pPr>
            <a:r>
              <a:rPr lang="en"/>
              <a:t>Texts: "War is brutal." and "War never ends."</a:t>
            </a:r>
            <a:endParaRPr/>
          </a:p>
          <a:p>
            <a:pPr indent="0" lvl="0" marL="0" rtl="0" algn="l">
              <a:spcBef>
                <a:spcPts val="0"/>
              </a:spcBef>
              <a:spcAft>
                <a:spcPts val="0"/>
              </a:spcAft>
              <a:buNone/>
            </a:pPr>
            <a:r>
              <a:rPr lang="en"/>
              <a:t>BoW Representation: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31f12370601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0" name="Google Shape;800;g31f12370601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Stopwords are common words like "and", "is", "the", which carry little meaningful information for analysis. Removing them reduces noise in the data, focusing on content words. However, their importance depends on the context of the task.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technique plays a key role in preparing textual data for natural language processing tasks.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1f12370601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7" name="Google Shape;807;g31f12370601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8" name="Shape 8"/>
        <p:cNvGrpSpPr/>
        <p:nvPr/>
      </p:nvGrpSpPr>
      <p:grpSpPr>
        <a:xfrm>
          <a:off x="0" y="0"/>
          <a:ext cx="0" cy="0"/>
          <a:chOff x="0" y="0"/>
          <a:chExt cx="0" cy="0"/>
        </a:xfrm>
      </p:grpSpPr>
      <p:sp>
        <p:nvSpPr>
          <p:cNvPr id="9" name="Google Shape;9;p2"/>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p:nvPr/>
        </p:nvSpPr>
        <p:spPr>
          <a:xfrm>
            <a:off x="2831375" y="-141300"/>
            <a:ext cx="6411366" cy="6132485"/>
          </a:xfrm>
          <a:custGeom>
            <a:rect b="b" l="l" r="r" t="t"/>
            <a:pathLst>
              <a:path extrusionOk="0" h="208517" w="183878">
                <a:moveTo>
                  <a:pt x="159240" y="0"/>
                </a:moveTo>
                <a:cubicBezTo>
                  <a:pt x="153253" y="2843"/>
                  <a:pt x="147568" y="6332"/>
                  <a:pt x="142356" y="10381"/>
                </a:cubicBezTo>
                <a:cubicBezTo>
                  <a:pt x="135249" y="16066"/>
                  <a:pt x="129778" y="21795"/>
                  <a:pt x="124868" y="30237"/>
                </a:cubicBezTo>
                <a:cubicBezTo>
                  <a:pt x="119958" y="38723"/>
                  <a:pt x="117460" y="49663"/>
                  <a:pt x="115134" y="59139"/>
                </a:cubicBezTo>
                <a:cubicBezTo>
                  <a:pt x="114057" y="63446"/>
                  <a:pt x="112980" y="67840"/>
                  <a:pt x="110826" y="71760"/>
                </a:cubicBezTo>
                <a:cubicBezTo>
                  <a:pt x="103159" y="85931"/>
                  <a:pt x="84853" y="89678"/>
                  <a:pt x="71630" y="98852"/>
                </a:cubicBezTo>
                <a:cubicBezTo>
                  <a:pt x="61982" y="105572"/>
                  <a:pt x="54918" y="115306"/>
                  <a:pt x="51515" y="126505"/>
                </a:cubicBezTo>
                <a:cubicBezTo>
                  <a:pt x="47423" y="140116"/>
                  <a:pt x="48500" y="156269"/>
                  <a:pt x="38550" y="166391"/>
                </a:cubicBezTo>
                <a:cubicBezTo>
                  <a:pt x="32520" y="172593"/>
                  <a:pt x="23647" y="174962"/>
                  <a:pt x="16454" y="179787"/>
                </a:cubicBezTo>
                <a:cubicBezTo>
                  <a:pt x="7064" y="186032"/>
                  <a:pt x="991" y="197274"/>
                  <a:pt x="0" y="208516"/>
                </a:cubicBezTo>
                <a:lnTo>
                  <a:pt x="183878" y="208516"/>
                </a:lnTo>
                <a:lnTo>
                  <a:pt x="183878" y="0"/>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550750" y="1138875"/>
            <a:ext cx="3718200" cy="2041200"/>
          </a:xfrm>
          <a:prstGeom prst="rect">
            <a:avLst/>
          </a:prstGeom>
        </p:spPr>
        <p:txBody>
          <a:bodyPr anchorCtr="0" anchor="ctr" bIns="91425" lIns="91425" spcFirstLastPara="1" rIns="91425" wrap="square" tIns="91425">
            <a:noAutofit/>
          </a:bodyPr>
          <a:lstStyle>
            <a:lvl1pPr lvl="0" algn="l">
              <a:spcBef>
                <a:spcPts val="0"/>
              </a:spcBef>
              <a:spcAft>
                <a:spcPts val="0"/>
              </a:spcAft>
              <a:buSzPts val="5200"/>
              <a:buNone/>
              <a:defRPr sz="5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550750" y="3391100"/>
            <a:ext cx="3718200" cy="6372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800"/>
              <a:buNone/>
              <a:defRPr sz="20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p:nvPr/>
        </p:nvSpPr>
        <p:spPr>
          <a:xfrm>
            <a:off x="7166761" y="322438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5467773" y="185829"/>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1250460" y="4528504"/>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220489" y="-68715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4362285" y="2854866"/>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 name="Google Shape;18;p2"/>
          <p:cNvGrpSpPr/>
          <p:nvPr/>
        </p:nvGrpSpPr>
        <p:grpSpPr>
          <a:xfrm>
            <a:off x="3414750" y="81650"/>
            <a:ext cx="947533" cy="947533"/>
            <a:chOff x="3912750" y="637550"/>
            <a:chExt cx="947533" cy="947533"/>
          </a:xfrm>
        </p:grpSpPr>
        <p:sp>
          <p:nvSpPr>
            <p:cNvPr id="19" name="Google Shape;19;p2"/>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2"/>
          <p:cNvSpPr/>
          <p:nvPr/>
        </p:nvSpPr>
        <p:spPr>
          <a:xfrm>
            <a:off x="2877525" y="475520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sp>
        <p:nvSpPr>
          <p:cNvPr id="23" name="Google Shape;23;p3"/>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337540" y="1524375"/>
            <a:ext cx="7437684" cy="3930907"/>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txBox="1"/>
          <p:nvPr>
            <p:ph type="title"/>
          </p:nvPr>
        </p:nvSpPr>
        <p:spPr>
          <a:xfrm>
            <a:off x="1146900" y="3068936"/>
            <a:ext cx="6850200" cy="8418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6" name="Google Shape;26;p3"/>
          <p:cNvSpPr txBox="1"/>
          <p:nvPr>
            <p:ph hasCustomPrompt="1" idx="2" type="title"/>
          </p:nvPr>
        </p:nvSpPr>
        <p:spPr>
          <a:xfrm>
            <a:off x="3140400" y="925223"/>
            <a:ext cx="2863200" cy="1708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12000"/>
              <a:buNone/>
              <a:defRPr sz="12000">
                <a:solidFill>
                  <a:schemeClr val="dk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27" name="Google Shape;27;p3"/>
          <p:cNvSpPr txBox="1"/>
          <p:nvPr>
            <p:ph idx="1" type="subTitle"/>
          </p:nvPr>
        </p:nvSpPr>
        <p:spPr>
          <a:xfrm>
            <a:off x="1693800" y="3823464"/>
            <a:ext cx="5756400" cy="623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200"/>
              <a:buNone/>
              <a:defRPr/>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28" name="Google Shape;28;p3"/>
          <p:cNvSpPr/>
          <p:nvPr/>
        </p:nvSpPr>
        <p:spPr>
          <a:xfrm>
            <a:off x="6852570" y="4244879"/>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10" y="8077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6648473" y="-122721"/>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2540620" y="-719259"/>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a:off x="-813290" y="474972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131739" y="382347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a:off x="-39725" y="187360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 name="Google Shape;35;p3"/>
          <p:cNvGrpSpPr/>
          <p:nvPr/>
        </p:nvGrpSpPr>
        <p:grpSpPr>
          <a:xfrm>
            <a:off x="7544274" y="1469732"/>
            <a:ext cx="1265051" cy="1265051"/>
            <a:chOff x="3912750" y="637550"/>
            <a:chExt cx="947533" cy="947533"/>
          </a:xfrm>
        </p:grpSpPr>
        <p:sp>
          <p:nvSpPr>
            <p:cNvPr id="36" name="Google Shape;36;p3"/>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8" name="Shape 38"/>
        <p:cNvGrpSpPr/>
        <p:nvPr/>
      </p:nvGrpSpPr>
      <p:grpSpPr>
        <a:xfrm>
          <a:off x="0" y="0"/>
          <a:ext cx="0" cy="0"/>
          <a:chOff x="0" y="0"/>
          <a:chExt cx="0" cy="0"/>
        </a:xfrm>
      </p:grpSpPr>
      <p:sp>
        <p:nvSpPr>
          <p:cNvPr id="39" name="Google Shape;39;p4"/>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p:nvPr/>
        </p:nvSpPr>
        <p:spPr>
          <a:xfrm>
            <a:off x="-306961" y="569001"/>
            <a:ext cx="7570971" cy="4973410"/>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txBox="1"/>
          <p:nvPr>
            <p:ph idx="1" type="subTitle"/>
          </p:nvPr>
        </p:nvSpPr>
        <p:spPr>
          <a:xfrm>
            <a:off x="539500" y="1150475"/>
            <a:ext cx="8064900" cy="3275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rgbClr val="434343"/>
              </a:buClr>
              <a:buSzPts val="480"/>
              <a:buAutoNum type="arabicPeriod"/>
              <a:defRPr sz="1200"/>
            </a:lvl1pPr>
            <a:lvl2pPr lvl="1">
              <a:spcBef>
                <a:spcPts val="0"/>
              </a:spcBef>
              <a:spcAft>
                <a:spcPts val="0"/>
              </a:spcAft>
              <a:buClr>
                <a:srgbClr val="434343"/>
              </a:buClr>
              <a:buSzPts val="480"/>
              <a:buFont typeface="Roboto Condensed Light"/>
              <a:buAutoNum type="alphaLcPeriod"/>
              <a:defRPr/>
            </a:lvl2pPr>
            <a:lvl3pPr lvl="2">
              <a:spcBef>
                <a:spcPts val="0"/>
              </a:spcBef>
              <a:spcAft>
                <a:spcPts val="0"/>
              </a:spcAft>
              <a:buClr>
                <a:srgbClr val="434343"/>
              </a:buClr>
              <a:buSzPts val="480"/>
              <a:buFont typeface="Roboto Condensed Light"/>
              <a:buAutoNum type="romanLcPeriod"/>
              <a:defRPr/>
            </a:lvl3pPr>
            <a:lvl4pPr lvl="3">
              <a:spcBef>
                <a:spcPts val="0"/>
              </a:spcBef>
              <a:spcAft>
                <a:spcPts val="0"/>
              </a:spcAft>
              <a:buClr>
                <a:srgbClr val="434343"/>
              </a:buClr>
              <a:buSzPts val="480"/>
              <a:buFont typeface="Roboto Condensed Light"/>
              <a:buAutoNum type="arabicPeriod"/>
              <a:defRPr/>
            </a:lvl4pPr>
            <a:lvl5pPr lvl="4">
              <a:spcBef>
                <a:spcPts val="0"/>
              </a:spcBef>
              <a:spcAft>
                <a:spcPts val="0"/>
              </a:spcAft>
              <a:buClr>
                <a:srgbClr val="434343"/>
              </a:buClr>
              <a:buSzPts val="480"/>
              <a:buFont typeface="Roboto Condensed Light"/>
              <a:buAutoNum type="alphaLcPeriod"/>
              <a:defRPr/>
            </a:lvl5pPr>
            <a:lvl6pPr lvl="5">
              <a:spcBef>
                <a:spcPts val="0"/>
              </a:spcBef>
              <a:spcAft>
                <a:spcPts val="0"/>
              </a:spcAft>
              <a:buClr>
                <a:srgbClr val="434343"/>
              </a:buClr>
              <a:buSzPts val="480"/>
              <a:buFont typeface="Roboto Condensed Light"/>
              <a:buAutoNum type="romanLcPeriod"/>
              <a:defRPr/>
            </a:lvl6pPr>
            <a:lvl7pPr lvl="6">
              <a:spcBef>
                <a:spcPts val="0"/>
              </a:spcBef>
              <a:spcAft>
                <a:spcPts val="0"/>
              </a:spcAft>
              <a:buClr>
                <a:srgbClr val="434343"/>
              </a:buClr>
              <a:buSzPts val="480"/>
              <a:buFont typeface="Roboto Condensed Light"/>
              <a:buAutoNum type="arabicPeriod"/>
              <a:defRPr/>
            </a:lvl7pPr>
            <a:lvl8pPr lvl="7">
              <a:spcBef>
                <a:spcPts val="0"/>
              </a:spcBef>
              <a:spcAft>
                <a:spcPts val="0"/>
              </a:spcAft>
              <a:buClr>
                <a:srgbClr val="434343"/>
              </a:buClr>
              <a:buSzPts val="480"/>
              <a:buFont typeface="Roboto Condensed Light"/>
              <a:buAutoNum type="alphaLcPeriod"/>
              <a:defRPr/>
            </a:lvl8pPr>
            <a:lvl9pPr lvl="8">
              <a:spcBef>
                <a:spcPts val="0"/>
              </a:spcBef>
              <a:spcAft>
                <a:spcPts val="0"/>
              </a:spcAft>
              <a:buClr>
                <a:srgbClr val="434343"/>
              </a:buClr>
              <a:buSzPts val="480"/>
              <a:buFont typeface="Roboto Condensed Light"/>
              <a:buAutoNum type="romanLcPeriod"/>
              <a:defRPr/>
            </a:lvl9pPr>
          </a:lstStyle>
          <a:p/>
        </p:txBody>
      </p:sp>
      <p:sp>
        <p:nvSpPr>
          <p:cNvPr id="42" name="Google Shape;42;p4"/>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4"/>
          <p:cNvSpPr/>
          <p:nvPr/>
        </p:nvSpPr>
        <p:spPr>
          <a:xfrm flipH="1">
            <a:off x="-1039340" y="243478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8628904" y="2492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flipH="1">
            <a:off x="8402854" y="474972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flipH="1">
            <a:off x="7428185" y="-1004829"/>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flipH="1">
            <a:off x="1222079" y="5009091"/>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a:off x="-96450" y="-125362"/>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4"/>
          <p:cNvGrpSpPr/>
          <p:nvPr/>
        </p:nvGrpSpPr>
        <p:grpSpPr>
          <a:xfrm>
            <a:off x="4288299" y="4703032"/>
            <a:ext cx="1265051" cy="1265051"/>
            <a:chOff x="3912750" y="637550"/>
            <a:chExt cx="947533" cy="947533"/>
          </a:xfrm>
        </p:grpSpPr>
        <p:sp>
          <p:nvSpPr>
            <p:cNvPr id="50" name="Google Shape;50;p4"/>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2" name="Shape 52"/>
        <p:cNvGrpSpPr/>
        <p:nvPr/>
      </p:nvGrpSpPr>
      <p:grpSpPr>
        <a:xfrm>
          <a:off x="0" y="0"/>
          <a:ext cx="0" cy="0"/>
          <a:chOff x="0" y="0"/>
          <a:chExt cx="0" cy="0"/>
        </a:xfrm>
      </p:grpSpPr>
      <p:sp>
        <p:nvSpPr>
          <p:cNvPr id="53" name="Google Shape;53;p5"/>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rot="10800000">
            <a:off x="1812164" y="-192224"/>
            <a:ext cx="7570971" cy="4973410"/>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txBox="1"/>
          <p:nvPr>
            <p:ph idx="1" type="subTitle"/>
          </p:nvPr>
        </p:nvSpPr>
        <p:spPr>
          <a:xfrm>
            <a:off x="1023850" y="2849850"/>
            <a:ext cx="1757700" cy="278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000"/>
              <a:buFont typeface="Montserrat Black"/>
              <a:buNone/>
              <a:defRPr b="1" sz="2200">
                <a:latin typeface="Montserrat"/>
                <a:ea typeface="Montserrat"/>
                <a:cs typeface="Montserrat"/>
                <a:sym typeface="Montserrat"/>
              </a:defRPr>
            </a:lvl1pPr>
            <a:lvl2pPr lvl="1" rtl="0">
              <a:spcBef>
                <a:spcPts val="0"/>
              </a:spcBef>
              <a:spcAft>
                <a:spcPts val="0"/>
              </a:spcAft>
              <a:buSzPts val="2000"/>
              <a:buFont typeface="Montserrat Black"/>
              <a:buNone/>
              <a:defRPr sz="2000">
                <a:latin typeface="Montserrat Black"/>
                <a:ea typeface="Montserrat Black"/>
                <a:cs typeface="Montserrat Black"/>
                <a:sym typeface="Montserrat Black"/>
              </a:defRPr>
            </a:lvl2pPr>
            <a:lvl3pPr lvl="2" rtl="0">
              <a:spcBef>
                <a:spcPts val="0"/>
              </a:spcBef>
              <a:spcAft>
                <a:spcPts val="0"/>
              </a:spcAft>
              <a:buSzPts val="2000"/>
              <a:buFont typeface="Montserrat Black"/>
              <a:buNone/>
              <a:defRPr sz="2000">
                <a:latin typeface="Montserrat Black"/>
                <a:ea typeface="Montserrat Black"/>
                <a:cs typeface="Montserrat Black"/>
                <a:sym typeface="Montserrat Black"/>
              </a:defRPr>
            </a:lvl3pPr>
            <a:lvl4pPr lvl="3" rtl="0">
              <a:spcBef>
                <a:spcPts val="0"/>
              </a:spcBef>
              <a:spcAft>
                <a:spcPts val="0"/>
              </a:spcAft>
              <a:buSzPts val="2000"/>
              <a:buFont typeface="Montserrat Black"/>
              <a:buNone/>
              <a:defRPr sz="2000">
                <a:latin typeface="Montserrat Black"/>
                <a:ea typeface="Montserrat Black"/>
                <a:cs typeface="Montserrat Black"/>
                <a:sym typeface="Montserrat Black"/>
              </a:defRPr>
            </a:lvl4pPr>
            <a:lvl5pPr lvl="4" rtl="0">
              <a:spcBef>
                <a:spcPts val="0"/>
              </a:spcBef>
              <a:spcAft>
                <a:spcPts val="0"/>
              </a:spcAft>
              <a:buSzPts val="2000"/>
              <a:buFont typeface="Montserrat Black"/>
              <a:buNone/>
              <a:defRPr sz="2000">
                <a:latin typeface="Montserrat Black"/>
                <a:ea typeface="Montserrat Black"/>
                <a:cs typeface="Montserrat Black"/>
                <a:sym typeface="Montserrat Black"/>
              </a:defRPr>
            </a:lvl5pPr>
            <a:lvl6pPr lvl="5" rtl="0">
              <a:spcBef>
                <a:spcPts val="0"/>
              </a:spcBef>
              <a:spcAft>
                <a:spcPts val="0"/>
              </a:spcAft>
              <a:buSzPts val="2000"/>
              <a:buFont typeface="Montserrat Black"/>
              <a:buNone/>
              <a:defRPr sz="2000">
                <a:latin typeface="Montserrat Black"/>
                <a:ea typeface="Montserrat Black"/>
                <a:cs typeface="Montserrat Black"/>
                <a:sym typeface="Montserrat Black"/>
              </a:defRPr>
            </a:lvl6pPr>
            <a:lvl7pPr lvl="6" rtl="0">
              <a:spcBef>
                <a:spcPts val="0"/>
              </a:spcBef>
              <a:spcAft>
                <a:spcPts val="0"/>
              </a:spcAft>
              <a:buSzPts val="2000"/>
              <a:buFont typeface="Montserrat Black"/>
              <a:buNone/>
              <a:defRPr sz="2000">
                <a:latin typeface="Montserrat Black"/>
                <a:ea typeface="Montserrat Black"/>
                <a:cs typeface="Montserrat Black"/>
                <a:sym typeface="Montserrat Black"/>
              </a:defRPr>
            </a:lvl7pPr>
            <a:lvl8pPr lvl="7" rtl="0">
              <a:spcBef>
                <a:spcPts val="0"/>
              </a:spcBef>
              <a:spcAft>
                <a:spcPts val="0"/>
              </a:spcAft>
              <a:buSzPts val="2000"/>
              <a:buFont typeface="Montserrat Black"/>
              <a:buNone/>
              <a:defRPr sz="2000">
                <a:latin typeface="Montserrat Black"/>
                <a:ea typeface="Montserrat Black"/>
                <a:cs typeface="Montserrat Black"/>
                <a:sym typeface="Montserrat Black"/>
              </a:defRPr>
            </a:lvl8pPr>
            <a:lvl9pPr lvl="8" rtl="0">
              <a:spcBef>
                <a:spcPts val="0"/>
              </a:spcBef>
              <a:spcAft>
                <a:spcPts val="0"/>
              </a:spcAft>
              <a:buSzPts val="2000"/>
              <a:buFont typeface="Montserrat Black"/>
              <a:buNone/>
              <a:defRPr sz="2000">
                <a:latin typeface="Montserrat Black"/>
                <a:ea typeface="Montserrat Black"/>
                <a:cs typeface="Montserrat Black"/>
                <a:sym typeface="Montserrat Black"/>
              </a:defRPr>
            </a:lvl9pPr>
          </a:lstStyle>
          <a:p/>
        </p:txBody>
      </p:sp>
      <p:sp>
        <p:nvSpPr>
          <p:cNvPr id="56" name="Google Shape;56;p5"/>
          <p:cNvSpPr txBox="1"/>
          <p:nvPr>
            <p:ph idx="2" type="subTitle"/>
          </p:nvPr>
        </p:nvSpPr>
        <p:spPr>
          <a:xfrm>
            <a:off x="3441375" y="2849850"/>
            <a:ext cx="1757700" cy="278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000"/>
              <a:buFont typeface="Montserrat Black"/>
              <a:buNone/>
              <a:defRPr b="1" sz="2200">
                <a:latin typeface="Montserrat"/>
                <a:ea typeface="Montserrat"/>
                <a:cs typeface="Montserrat"/>
                <a:sym typeface="Montserrat"/>
              </a:defRPr>
            </a:lvl1pPr>
            <a:lvl2pPr lvl="1" rtl="0">
              <a:spcBef>
                <a:spcPts val="0"/>
              </a:spcBef>
              <a:spcAft>
                <a:spcPts val="0"/>
              </a:spcAft>
              <a:buSzPts val="2000"/>
              <a:buFont typeface="Montserrat Black"/>
              <a:buNone/>
              <a:defRPr sz="2000">
                <a:latin typeface="Montserrat Black"/>
                <a:ea typeface="Montserrat Black"/>
                <a:cs typeface="Montserrat Black"/>
                <a:sym typeface="Montserrat Black"/>
              </a:defRPr>
            </a:lvl2pPr>
            <a:lvl3pPr lvl="2" rtl="0">
              <a:spcBef>
                <a:spcPts val="0"/>
              </a:spcBef>
              <a:spcAft>
                <a:spcPts val="0"/>
              </a:spcAft>
              <a:buSzPts val="2000"/>
              <a:buFont typeface="Montserrat Black"/>
              <a:buNone/>
              <a:defRPr sz="2000">
                <a:latin typeface="Montserrat Black"/>
                <a:ea typeface="Montserrat Black"/>
                <a:cs typeface="Montserrat Black"/>
                <a:sym typeface="Montserrat Black"/>
              </a:defRPr>
            </a:lvl3pPr>
            <a:lvl4pPr lvl="3" rtl="0">
              <a:spcBef>
                <a:spcPts val="0"/>
              </a:spcBef>
              <a:spcAft>
                <a:spcPts val="0"/>
              </a:spcAft>
              <a:buSzPts val="2000"/>
              <a:buFont typeface="Montserrat Black"/>
              <a:buNone/>
              <a:defRPr sz="2000">
                <a:latin typeface="Montserrat Black"/>
                <a:ea typeface="Montserrat Black"/>
                <a:cs typeface="Montserrat Black"/>
                <a:sym typeface="Montserrat Black"/>
              </a:defRPr>
            </a:lvl4pPr>
            <a:lvl5pPr lvl="4" rtl="0">
              <a:spcBef>
                <a:spcPts val="0"/>
              </a:spcBef>
              <a:spcAft>
                <a:spcPts val="0"/>
              </a:spcAft>
              <a:buSzPts val="2000"/>
              <a:buFont typeface="Montserrat Black"/>
              <a:buNone/>
              <a:defRPr sz="2000">
                <a:latin typeface="Montserrat Black"/>
                <a:ea typeface="Montserrat Black"/>
                <a:cs typeface="Montserrat Black"/>
                <a:sym typeface="Montserrat Black"/>
              </a:defRPr>
            </a:lvl5pPr>
            <a:lvl6pPr lvl="5" rtl="0">
              <a:spcBef>
                <a:spcPts val="0"/>
              </a:spcBef>
              <a:spcAft>
                <a:spcPts val="0"/>
              </a:spcAft>
              <a:buSzPts val="2000"/>
              <a:buFont typeface="Montserrat Black"/>
              <a:buNone/>
              <a:defRPr sz="2000">
                <a:latin typeface="Montserrat Black"/>
                <a:ea typeface="Montserrat Black"/>
                <a:cs typeface="Montserrat Black"/>
                <a:sym typeface="Montserrat Black"/>
              </a:defRPr>
            </a:lvl6pPr>
            <a:lvl7pPr lvl="6" rtl="0">
              <a:spcBef>
                <a:spcPts val="0"/>
              </a:spcBef>
              <a:spcAft>
                <a:spcPts val="0"/>
              </a:spcAft>
              <a:buSzPts val="2000"/>
              <a:buFont typeface="Montserrat Black"/>
              <a:buNone/>
              <a:defRPr sz="2000">
                <a:latin typeface="Montserrat Black"/>
                <a:ea typeface="Montserrat Black"/>
                <a:cs typeface="Montserrat Black"/>
                <a:sym typeface="Montserrat Black"/>
              </a:defRPr>
            </a:lvl7pPr>
            <a:lvl8pPr lvl="7" rtl="0">
              <a:spcBef>
                <a:spcPts val="0"/>
              </a:spcBef>
              <a:spcAft>
                <a:spcPts val="0"/>
              </a:spcAft>
              <a:buSzPts val="2000"/>
              <a:buFont typeface="Montserrat Black"/>
              <a:buNone/>
              <a:defRPr sz="2000">
                <a:latin typeface="Montserrat Black"/>
                <a:ea typeface="Montserrat Black"/>
                <a:cs typeface="Montserrat Black"/>
                <a:sym typeface="Montserrat Black"/>
              </a:defRPr>
            </a:lvl8pPr>
            <a:lvl9pPr lvl="8" rtl="0">
              <a:spcBef>
                <a:spcPts val="0"/>
              </a:spcBef>
              <a:spcAft>
                <a:spcPts val="0"/>
              </a:spcAft>
              <a:buSzPts val="2000"/>
              <a:buFont typeface="Montserrat Black"/>
              <a:buNone/>
              <a:defRPr sz="2000">
                <a:latin typeface="Montserrat Black"/>
                <a:ea typeface="Montserrat Black"/>
                <a:cs typeface="Montserrat Black"/>
                <a:sym typeface="Montserrat Black"/>
              </a:defRPr>
            </a:lvl9pPr>
          </a:lstStyle>
          <a:p/>
        </p:txBody>
      </p:sp>
      <p:sp>
        <p:nvSpPr>
          <p:cNvPr id="57" name="Google Shape;57;p5"/>
          <p:cNvSpPr txBox="1"/>
          <p:nvPr>
            <p:ph idx="3" type="subTitle"/>
          </p:nvPr>
        </p:nvSpPr>
        <p:spPr>
          <a:xfrm>
            <a:off x="1023850" y="3201100"/>
            <a:ext cx="1757700" cy="97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58" name="Google Shape;58;p5"/>
          <p:cNvSpPr txBox="1"/>
          <p:nvPr>
            <p:ph idx="4" type="subTitle"/>
          </p:nvPr>
        </p:nvSpPr>
        <p:spPr>
          <a:xfrm>
            <a:off x="3441375" y="3201100"/>
            <a:ext cx="1757700" cy="97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59" name="Google Shape;59;p5"/>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 name="Google Shape;60;p5"/>
          <p:cNvSpPr/>
          <p:nvPr/>
        </p:nvSpPr>
        <p:spPr>
          <a:xfrm>
            <a:off x="8148720" y="4532904"/>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1023860" y="-295946"/>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8495148" y="206279"/>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813290" y="474972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694314" y="4049796"/>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329100" y="102100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6" name="Google Shape;66;p5"/>
          <p:cNvGrpSpPr/>
          <p:nvPr/>
        </p:nvGrpSpPr>
        <p:grpSpPr>
          <a:xfrm>
            <a:off x="4561024" y="4749732"/>
            <a:ext cx="1265051" cy="1265051"/>
            <a:chOff x="3912750" y="637550"/>
            <a:chExt cx="947533" cy="947533"/>
          </a:xfrm>
        </p:grpSpPr>
        <p:sp>
          <p:nvSpPr>
            <p:cNvPr id="67" name="Google Shape;67;p5"/>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 name="Shape 69"/>
        <p:cNvGrpSpPr/>
        <p:nvPr/>
      </p:nvGrpSpPr>
      <p:grpSpPr>
        <a:xfrm>
          <a:off x="0" y="0"/>
          <a:ext cx="0" cy="0"/>
          <a:chOff x="0" y="0"/>
          <a:chExt cx="0" cy="0"/>
        </a:xfrm>
      </p:grpSpPr>
      <p:sp>
        <p:nvSpPr>
          <p:cNvPr id="70" name="Google Shape;70;p6"/>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p:nvPr/>
        </p:nvSpPr>
        <p:spPr>
          <a:xfrm rot="-5400000">
            <a:off x="3043631" y="-1248536"/>
            <a:ext cx="7437684" cy="5089589"/>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p:nvPr/>
        </p:nvSpPr>
        <p:spPr>
          <a:xfrm flipH="1">
            <a:off x="-694314" y="4532904"/>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6"/>
          <p:cNvSpPr/>
          <p:nvPr/>
        </p:nvSpPr>
        <p:spPr>
          <a:xfrm flipH="1">
            <a:off x="7182512" y="-295946"/>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p:nvPr/>
        </p:nvSpPr>
        <p:spPr>
          <a:xfrm flipH="1">
            <a:off x="-347899" y="206279"/>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
          <p:cNvSpPr/>
          <p:nvPr/>
        </p:nvSpPr>
        <p:spPr>
          <a:xfrm flipH="1">
            <a:off x="7869669" y="4049796"/>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flipH="1">
            <a:off x="8234894" y="102100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 name="Google Shape;77;p6"/>
          <p:cNvGrpSpPr/>
          <p:nvPr/>
        </p:nvGrpSpPr>
        <p:grpSpPr>
          <a:xfrm flipH="1">
            <a:off x="2772852" y="4749732"/>
            <a:ext cx="1265051" cy="1265051"/>
            <a:chOff x="3912750" y="637550"/>
            <a:chExt cx="947533" cy="947533"/>
          </a:xfrm>
        </p:grpSpPr>
        <p:sp>
          <p:nvSpPr>
            <p:cNvPr id="78" name="Google Shape;78;p6"/>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0" name="Google Shape;80;p6"/>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1" name="Shape 81"/>
        <p:cNvGrpSpPr/>
        <p:nvPr/>
      </p:nvGrpSpPr>
      <p:grpSpPr>
        <a:xfrm>
          <a:off x="0" y="0"/>
          <a:ext cx="0" cy="0"/>
          <a:chOff x="0" y="0"/>
          <a:chExt cx="0" cy="0"/>
        </a:xfrm>
      </p:grpSpPr>
      <p:sp>
        <p:nvSpPr>
          <p:cNvPr id="82" name="Google Shape;82;p7"/>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txBox="1"/>
          <p:nvPr>
            <p:ph idx="1" type="body"/>
          </p:nvPr>
        </p:nvSpPr>
        <p:spPr>
          <a:xfrm>
            <a:off x="1001375" y="2356500"/>
            <a:ext cx="2848200" cy="1186200"/>
          </a:xfrm>
          <a:prstGeom prst="rect">
            <a:avLst/>
          </a:prstGeom>
        </p:spPr>
        <p:txBody>
          <a:bodyPr anchorCtr="0" anchor="t" bIns="91425" lIns="91425" spcFirstLastPara="1" rIns="91425" wrap="square" tIns="91425">
            <a:noAutofit/>
          </a:bodyPr>
          <a:lstStyle>
            <a:lvl1pPr indent="-330200" lvl="0" marL="457200" algn="ctr">
              <a:lnSpc>
                <a:spcPct val="100000"/>
              </a:lnSpc>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84" name="Google Shape;84;p7"/>
          <p:cNvSpPr/>
          <p:nvPr/>
        </p:nvSpPr>
        <p:spPr>
          <a:xfrm>
            <a:off x="4581969" y="4101491"/>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7"/>
          <p:cNvSpPr/>
          <p:nvPr/>
        </p:nvSpPr>
        <p:spPr>
          <a:xfrm>
            <a:off x="7530285" y="428718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7"/>
          <p:cNvSpPr/>
          <p:nvPr/>
        </p:nvSpPr>
        <p:spPr>
          <a:xfrm>
            <a:off x="-982991" y="474972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7"/>
          <p:cNvSpPr/>
          <p:nvPr/>
        </p:nvSpPr>
        <p:spPr>
          <a:xfrm>
            <a:off x="-177115" y="-52835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7"/>
          <p:cNvSpPr/>
          <p:nvPr/>
        </p:nvSpPr>
        <p:spPr>
          <a:xfrm>
            <a:off x="4450684" y="458207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7"/>
          <p:cNvSpPr/>
          <p:nvPr/>
        </p:nvSpPr>
        <p:spPr>
          <a:xfrm>
            <a:off x="7735444" y="-9"/>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7"/>
          <p:cNvSpPr/>
          <p:nvPr/>
        </p:nvSpPr>
        <p:spPr>
          <a:xfrm>
            <a:off x="7604159" y="48057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p:nvPr/>
        </p:nvSpPr>
        <p:spPr>
          <a:xfrm>
            <a:off x="4807675" y="78863"/>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 name="Google Shape;92;p7"/>
          <p:cNvGrpSpPr/>
          <p:nvPr/>
        </p:nvGrpSpPr>
        <p:grpSpPr>
          <a:xfrm>
            <a:off x="-296676" y="4041820"/>
            <a:ext cx="1265051" cy="1265051"/>
            <a:chOff x="3912750" y="637550"/>
            <a:chExt cx="947533" cy="947533"/>
          </a:xfrm>
        </p:grpSpPr>
        <p:sp>
          <p:nvSpPr>
            <p:cNvPr id="93" name="Google Shape;93;p7"/>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7"/>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7"/>
          <p:cNvSpPr/>
          <p:nvPr/>
        </p:nvSpPr>
        <p:spPr>
          <a:xfrm>
            <a:off x="2131335" y="1501350"/>
            <a:ext cx="7437684" cy="3930907"/>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
          <p:cNvSpPr txBox="1"/>
          <p:nvPr>
            <p:ph type="title"/>
          </p:nvPr>
        </p:nvSpPr>
        <p:spPr>
          <a:xfrm>
            <a:off x="968375" y="1600800"/>
            <a:ext cx="2914200" cy="755700"/>
          </a:xfrm>
          <a:prstGeom prst="rect">
            <a:avLst/>
          </a:prstGeom>
          <a:noFill/>
        </p:spPr>
        <p:txBody>
          <a:bodyPr anchorCtr="0" anchor="ctr" bIns="91425" lIns="91425" spcFirstLastPara="1" rIns="91425" wrap="square" tIns="91425">
            <a:noAutofit/>
          </a:bodyPr>
          <a:lstStyle>
            <a:lvl1pPr lvl="0">
              <a:spcBef>
                <a:spcPts val="0"/>
              </a:spcBef>
              <a:spcAft>
                <a:spcPts val="0"/>
              </a:spcAft>
              <a:buSzPts val="2200"/>
              <a:buNone/>
              <a:defRPr sz="55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7" name="Shape 97"/>
        <p:cNvGrpSpPr/>
        <p:nvPr/>
      </p:nvGrpSpPr>
      <p:grpSpPr>
        <a:xfrm>
          <a:off x="0" y="0"/>
          <a:ext cx="0" cy="0"/>
          <a:chOff x="0" y="0"/>
          <a:chExt cx="0" cy="0"/>
        </a:xfrm>
      </p:grpSpPr>
      <p:sp>
        <p:nvSpPr>
          <p:cNvPr id="98" name="Google Shape;98;p8"/>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8"/>
          <p:cNvSpPr/>
          <p:nvPr/>
        </p:nvSpPr>
        <p:spPr>
          <a:xfrm>
            <a:off x="-574436" y="2914426"/>
            <a:ext cx="7570971" cy="4973410"/>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8"/>
          <p:cNvSpPr/>
          <p:nvPr/>
        </p:nvSpPr>
        <p:spPr>
          <a:xfrm rot="10800000">
            <a:off x="3571510" y="-1255575"/>
            <a:ext cx="7437684" cy="3930907"/>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8"/>
          <p:cNvSpPr/>
          <p:nvPr/>
        </p:nvSpPr>
        <p:spPr>
          <a:xfrm flipH="1">
            <a:off x="520161" y="4390609"/>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8"/>
          <p:cNvSpPr/>
          <p:nvPr/>
        </p:nvSpPr>
        <p:spPr>
          <a:xfrm flipH="1">
            <a:off x="520143" y="220579"/>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8"/>
          <p:cNvSpPr/>
          <p:nvPr/>
        </p:nvSpPr>
        <p:spPr>
          <a:xfrm flipH="1">
            <a:off x="7714380" y="399357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8"/>
          <p:cNvSpPr/>
          <p:nvPr/>
        </p:nvSpPr>
        <p:spPr>
          <a:xfrm flipH="1">
            <a:off x="8010311" y="637546"/>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
          <p:cNvSpPr/>
          <p:nvPr/>
        </p:nvSpPr>
        <p:spPr>
          <a:xfrm flipH="1">
            <a:off x="713230" y="1929041"/>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 name="Google Shape;106;p8"/>
          <p:cNvGrpSpPr/>
          <p:nvPr/>
        </p:nvGrpSpPr>
        <p:grpSpPr>
          <a:xfrm flipH="1">
            <a:off x="4671986" y="-275225"/>
            <a:ext cx="947533" cy="947533"/>
            <a:chOff x="3912750" y="637550"/>
            <a:chExt cx="947533" cy="947533"/>
          </a:xfrm>
        </p:grpSpPr>
        <p:sp>
          <p:nvSpPr>
            <p:cNvPr id="107" name="Google Shape;107;p8"/>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8"/>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8"/>
          <p:cNvSpPr/>
          <p:nvPr/>
        </p:nvSpPr>
        <p:spPr>
          <a:xfrm flipH="1">
            <a:off x="4799187" y="475520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8"/>
          <p:cNvSpPr txBox="1"/>
          <p:nvPr>
            <p:ph type="title"/>
          </p:nvPr>
        </p:nvSpPr>
        <p:spPr>
          <a:xfrm>
            <a:off x="1496250" y="1152150"/>
            <a:ext cx="6151500" cy="28392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8000">
                <a:solidFill>
                  <a:schemeClr val="dk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1" name="Shape 111"/>
        <p:cNvGrpSpPr/>
        <p:nvPr/>
      </p:nvGrpSpPr>
      <p:grpSpPr>
        <a:xfrm>
          <a:off x="0" y="0"/>
          <a:ext cx="0" cy="0"/>
          <a:chOff x="0" y="0"/>
          <a:chExt cx="0" cy="0"/>
        </a:xfrm>
      </p:grpSpPr>
      <p:sp>
        <p:nvSpPr>
          <p:cNvPr id="112" name="Google Shape;112;p9"/>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9"/>
          <p:cNvSpPr/>
          <p:nvPr/>
        </p:nvSpPr>
        <p:spPr>
          <a:xfrm>
            <a:off x="-135549" y="-231484"/>
            <a:ext cx="8428467" cy="5606479"/>
          </a:xfrm>
          <a:custGeom>
            <a:rect b="b" l="l" r="r" t="t"/>
            <a:pathLst>
              <a:path extrusionOk="0" h="69676" w="104747">
                <a:moveTo>
                  <a:pt x="0" y="1"/>
                </a:moveTo>
                <a:lnTo>
                  <a:pt x="0" y="69676"/>
                </a:lnTo>
                <a:lnTo>
                  <a:pt x="1799" y="69676"/>
                </a:lnTo>
                <a:cubicBezTo>
                  <a:pt x="5385" y="68581"/>
                  <a:pt x="10134" y="66536"/>
                  <a:pt x="15229" y="62693"/>
                </a:cubicBezTo>
                <a:cubicBezTo>
                  <a:pt x="25977" y="54592"/>
                  <a:pt x="20111" y="44816"/>
                  <a:pt x="30871" y="30850"/>
                </a:cubicBezTo>
                <a:cubicBezTo>
                  <a:pt x="41619" y="16883"/>
                  <a:pt x="59776" y="24984"/>
                  <a:pt x="85194" y="12973"/>
                </a:cubicBezTo>
                <a:cubicBezTo>
                  <a:pt x="96859" y="7464"/>
                  <a:pt x="102289" y="3978"/>
                  <a:pt x="104747" y="1822"/>
                </a:cubicBezTo>
                <a:lnTo>
                  <a:pt x="104747" y="1"/>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9"/>
          <p:cNvSpPr txBox="1"/>
          <p:nvPr>
            <p:ph idx="1" type="body"/>
          </p:nvPr>
        </p:nvSpPr>
        <p:spPr>
          <a:xfrm>
            <a:off x="4921525" y="1698825"/>
            <a:ext cx="3371400" cy="24858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15" name="Google Shape;115;p9"/>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6" name="Google Shape;116;p9"/>
          <p:cNvSpPr/>
          <p:nvPr/>
        </p:nvSpPr>
        <p:spPr>
          <a:xfrm flipH="1" rot="10800000">
            <a:off x="7589970" y="-730609"/>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9"/>
          <p:cNvSpPr/>
          <p:nvPr/>
        </p:nvSpPr>
        <p:spPr>
          <a:xfrm flipH="1" rot="10800000">
            <a:off x="8607386" y="1573116"/>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9"/>
          <p:cNvSpPr/>
          <p:nvPr/>
        </p:nvSpPr>
        <p:spPr>
          <a:xfrm flipH="1" rot="10800000">
            <a:off x="8292923" y="4691786"/>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9"/>
          <p:cNvSpPr/>
          <p:nvPr/>
        </p:nvSpPr>
        <p:spPr>
          <a:xfrm flipH="1" rot="10800000">
            <a:off x="4602945" y="4344791"/>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9"/>
          <p:cNvSpPr/>
          <p:nvPr/>
        </p:nvSpPr>
        <p:spPr>
          <a:xfrm flipH="1" rot="10800000">
            <a:off x="-823764" y="-40252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9"/>
          <p:cNvSpPr/>
          <p:nvPr/>
        </p:nvSpPr>
        <p:spPr>
          <a:xfrm>
            <a:off x="-262600" y="2415913"/>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2" name="Google Shape;122;p9"/>
          <p:cNvGrpSpPr/>
          <p:nvPr/>
        </p:nvGrpSpPr>
        <p:grpSpPr>
          <a:xfrm>
            <a:off x="792449" y="4426795"/>
            <a:ext cx="1265051" cy="1265051"/>
            <a:chOff x="3912750" y="637550"/>
            <a:chExt cx="947533" cy="947533"/>
          </a:xfrm>
        </p:grpSpPr>
        <p:sp>
          <p:nvSpPr>
            <p:cNvPr id="123" name="Google Shape;123;p9"/>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9"/>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5" name="Shape 125"/>
        <p:cNvGrpSpPr/>
        <p:nvPr/>
      </p:nvGrpSpPr>
      <p:grpSpPr>
        <a:xfrm>
          <a:off x="0" y="0"/>
          <a:ext cx="0" cy="0"/>
          <a:chOff x="0" y="0"/>
          <a:chExt cx="0" cy="0"/>
        </a:xfrm>
      </p:grpSpPr>
      <p:sp>
        <p:nvSpPr>
          <p:cNvPr id="126" name="Google Shape;126;p10"/>
          <p:cNvSpPr txBox="1"/>
          <p:nvPr>
            <p:ph idx="1" type="body"/>
          </p:nvPr>
        </p:nvSpPr>
        <p:spPr>
          <a:xfrm>
            <a:off x="713100" y="3931300"/>
            <a:ext cx="7717800" cy="410100"/>
          </a:xfrm>
          <a:prstGeom prst="rect">
            <a:avLst/>
          </a:prstGeom>
          <a:noFill/>
        </p:spPr>
        <p:txBody>
          <a:bodyPr anchorCtr="0" anchor="ctr" bIns="91425" lIns="91425" spcFirstLastPara="1" rIns="91425" wrap="square" tIns="91425">
            <a:noAutofit/>
          </a:bodyPr>
          <a:lstStyle>
            <a:lvl1pPr indent="-228600" lvl="0" marL="457200" algn="ctr">
              <a:lnSpc>
                <a:spcPct val="100000"/>
              </a:lnSpc>
              <a:spcBef>
                <a:spcPts val="0"/>
              </a:spcBef>
              <a:spcAft>
                <a:spcPts val="0"/>
              </a:spcAft>
              <a:buSzPts val="1800"/>
              <a:buNone/>
              <a:defRPr sz="2000">
                <a:solidFill>
                  <a:schemeClr val="lt2"/>
                </a:solidFill>
                <a:latin typeface="Montserrat Black"/>
                <a:ea typeface="Montserrat Black"/>
                <a:cs typeface="Montserrat Black"/>
                <a:sym typeface="Montserrat Black"/>
              </a:defRPr>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sp>
        <p:nvSpPr>
          <p:cNvPr id="128" name="Google Shape;128;p11"/>
          <p:cNvSpPr/>
          <p:nvPr/>
        </p:nvSpPr>
        <p:spPr>
          <a:xfrm flipH="1">
            <a:off x="794"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1"/>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txBox="1"/>
          <p:nvPr>
            <p:ph idx="1" type="subTitle"/>
          </p:nvPr>
        </p:nvSpPr>
        <p:spPr>
          <a:xfrm>
            <a:off x="2026575" y="3231975"/>
            <a:ext cx="5081700" cy="3285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1" name="Google Shape;131;p11"/>
          <p:cNvSpPr txBox="1"/>
          <p:nvPr>
            <p:ph hasCustomPrompt="1" type="title"/>
          </p:nvPr>
        </p:nvSpPr>
        <p:spPr>
          <a:xfrm>
            <a:off x="1142700" y="1173300"/>
            <a:ext cx="6858600" cy="19635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0"/>
              <a:buNone/>
              <a:defRPr sz="9800">
                <a:solidFill>
                  <a:schemeClr val="dk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32" name="Google Shape;132;p11"/>
          <p:cNvSpPr/>
          <p:nvPr/>
        </p:nvSpPr>
        <p:spPr>
          <a:xfrm rot="10800000">
            <a:off x="3787264" y="-1056324"/>
            <a:ext cx="7570971" cy="4973410"/>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1"/>
          <p:cNvSpPr/>
          <p:nvPr/>
        </p:nvSpPr>
        <p:spPr>
          <a:xfrm flipH="1" rot="5400000">
            <a:off x="-3290186" y="-562549"/>
            <a:ext cx="7570971" cy="4973410"/>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1"/>
          <p:cNvSpPr/>
          <p:nvPr/>
        </p:nvSpPr>
        <p:spPr>
          <a:xfrm rot="10800000">
            <a:off x="472704" y="-730609"/>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1"/>
          <p:cNvSpPr/>
          <p:nvPr/>
        </p:nvSpPr>
        <p:spPr>
          <a:xfrm rot="10800000">
            <a:off x="-823764" y="1573116"/>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1"/>
          <p:cNvSpPr/>
          <p:nvPr/>
        </p:nvSpPr>
        <p:spPr>
          <a:xfrm rot="10800000">
            <a:off x="462593" y="4691786"/>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1"/>
          <p:cNvSpPr/>
          <p:nvPr/>
        </p:nvSpPr>
        <p:spPr>
          <a:xfrm rot="10800000">
            <a:off x="3459729" y="4344791"/>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1"/>
          <p:cNvSpPr/>
          <p:nvPr/>
        </p:nvSpPr>
        <p:spPr>
          <a:xfrm rot="10800000">
            <a:off x="8607386" y="-40252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1"/>
          <p:cNvSpPr/>
          <p:nvPr/>
        </p:nvSpPr>
        <p:spPr>
          <a:xfrm flipH="1">
            <a:off x="8776662" y="2415913"/>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11"/>
          <p:cNvGrpSpPr/>
          <p:nvPr/>
        </p:nvGrpSpPr>
        <p:grpSpPr>
          <a:xfrm flipH="1">
            <a:off x="7149694" y="4426795"/>
            <a:ext cx="1265051" cy="1265051"/>
            <a:chOff x="3912750" y="637550"/>
            <a:chExt cx="947533" cy="947533"/>
          </a:xfrm>
        </p:grpSpPr>
        <p:sp>
          <p:nvSpPr>
            <p:cNvPr id="141" name="Google Shape;141;p11"/>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43" name="Shape 14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5">
    <p:spTree>
      <p:nvGrpSpPr>
        <p:cNvPr id="144" name="Shape 144"/>
        <p:cNvGrpSpPr/>
        <p:nvPr/>
      </p:nvGrpSpPr>
      <p:grpSpPr>
        <a:xfrm>
          <a:off x="0" y="0"/>
          <a:ext cx="0" cy="0"/>
          <a:chOff x="0" y="0"/>
          <a:chExt cx="0" cy="0"/>
        </a:xfrm>
      </p:grpSpPr>
      <p:sp>
        <p:nvSpPr>
          <p:cNvPr id="145" name="Google Shape;145;p13"/>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3"/>
          <p:cNvSpPr/>
          <p:nvPr/>
        </p:nvSpPr>
        <p:spPr>
          <a:xfrm flipH="1">
            <a:off x="975451" y="-231496"/>
            <a:ext cx="8428467" cy="5606479"/>
          </a:xfrm>
          <a:custGeom>
            <a:rect b="b" l="l" r="r" t="t"/>
            <a:pathLst>
              <a:path extrusionOk="0" h="69676" w="104747">
                <a:moveTo>
                  <a:pt x="0" y="1"/>
                </a:moveTo>
                <a:lnTo>
                  <a:pt x="0" y="69676"/>
                </a:lnTo>
                <a:lnTo>
                  <a:pt x="1799" y="69676"/>
                </a:lnTo>
                <a:cubicBezTo>
                  <a:pt x="5385" y="68581"/>
                  <a:pt x="10134" y="66536"/>
                  <a:pt x="15229" y="62693"/>
                </a:cubicBezTo>
                <a:cubicBezTo>
                  <a:pt x="25977" y="54592"/>
                  <a:pt x="20111" y="44816"/>
                  <a:pt x="30871" y="30850"/>
                </a:cubicBezTo>
                <a:cubicBezTo>
                  <a:pt x="41619" y="16883"/>
                  <a:pt x="59776" y="24984"/>
                  <a:pt x="85194" y="12973"/>
                </a:cubicBezTo>
                <a:cubicBezTo>
                  <a:pt x="96859" y="7464"/>
                  <a:pt x="102289" y="3978"/>
                  <a:pt x="104747" y="1822"/>
                </a:cubicBezTo>
                <a:lnTo>
                  <a:pt x="104747" y="1"/>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3"/>
          <p:cNvSpPr txBox="1"/>
          <p:nvPr>
            <p:ph type="title"/>
          </p:nvPr>
        </p:nvSpPr>
        <p:spPr>
          <a:xfrm>
            <a:off x="1991575" y="1754100"/>
            <a:ext cx="2580300" cy="4344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400"/>
              <a:buFont typeface="Montserrat Black"/>
              <a:buNone/>
              <a:defRPr sz="2200"/>
            </a:lvl1pPr>
            <a:lvl2pPr lvl="1" rtl="0" algn="ctr">
              <a:spcBef>
                <a:spcPts val="0"/>
              </a:spcBef>
              <a:spcAft>
                <a:spcPts val="0"/>
              </a:spcAft>
              <a:buSzPts val="2400"/>
              <a:buFont typeface="Montserrat Black"/>
              <a:buNone/>
              <a:defRPr sz="2400">
                <a:latin typeface="Montserrat Black"/>
                <a:ea typeface="Montserrat Black"/>
                <a:cs typeface="Montserrat Black"/>
                <a:sym typeface="Montserrat Black"/>
              </a:defRPr>
            </a:lvl2pPr>
            <a:lvl3pPr lvl="2" rtl="0" algn="ctr">
              <a:spcBef>
                <a:spcPts val="0"/>
              </a:spcBef>
              <a:spcAft>
                <a:spcPts val="0"/>
              </a:spcAft>
              <a:buSzPts val="2400"/>
              <a:buFont typeface="Montserrat Black"/>
              <a:buNone/>
              <a:defRPr sz="2400">
                <a:latin typeface="Montserrat Black"/>
                <a:ea typeface="Montserrat Black"/>
                <a:cs typeface="Montserrat Black"/>
                <a:sym typeface="Montserrat Black"/>
              </a:defRPr>
            </a:lvl3pPr>
            <a:lvl4pPr lvl="3" rtl="0" algn="ctr">
              <a:spcBef>
                <a:spcPts val="0"/>
              </a:spcBef>
              <a:spcAft>
                <a:spcPts val="0"/>
              </a:spcAft>
              <a:buSzPts val="2400"/>
              <a:buFont typeface="Montserrat Black"/>
              <a:buNone/>
              <a:defRPr sz="2400">
                <a:latin typeface="Montserrat Black"/>
                <a:ea typeface="Montserrat Black"/>
                <a:cs typeface="Montserrat Black"/>
                <a:sym typeface="Montserrat Black"/>
              </a:defRPr>
            </a:lvl4pPr>
            <a:lvl5pPr lvl="4" rtl="0" algn="ctr">
              <a:spcBef>
                <a:spcPts val="0"/>
              </a:spcBef>
              <a:spcAft>
                <a:spcPts val="0"/>
              </a:spcAft>
              <a:buSzPts val="2400"/>
              <a:buFont typeface="Montserrat Black"/>
              <a:buNone/>
              <a:defRPr sz="2400">
                <a:latin typeface="Montserrat Black"/>
                <a:ea typeface="Montserrat Black"/>
                <a:cs typeface="Montserrat Black"/>
                <a:sym typeface="Montserrat Black"/>
              </a:defRPr>
            </a:lvl5pPr>
            <a:lvl6pPr lvl="5" rtl="0" algn="ctr">
              <a:spcBef>
                <a:spcPts val="0"/>
              </a:spcBef>
              <a:spcAft>
                <a:spcPts val="0"/>
              </a:spcAft>
              <a:buSzPts val="2400"/>
              <a:buFont typeface="Montserrat Black"/>
              <a:buNone/>
              <a:defRPr sz="2400">
                <a:latin typeface="Montserrat Black"/>
                <a:ea typeface="Montserrat Black"/>
                <a:cs typeface="Montserrat Black"/>
                <a:sym typeface="Montserrat Black"/>
              </a:defRPr>
            </a:lvl6pPr>
            <a:lvl7pPr lvl="6" rtl="0" algn="ctr">
              <a:spcBef>
                <a:spcPts val="0"/>
              </a:spcBef>
              <a:spcAft>
                <a:spcPts val="0"/>
              </a:spcAft>
              <a:buSzPts val="2400"/>
              <a:buFont typeface="Montserrat Black"/>
              <a:buNone/>
              <a:defRPr sz="2400">
                <a:latin typeface="Montserrat Black"/>
                <a:ea typeface="Montserrat Black"/>
                <a:cs typeface="Montserrat Black"/>
                <a:sym typeface="Montserrat Black"/>
              </a:defRPr>
            </a:lvl7pPr>
            <a:lvl8pPr lvl="7" rtl="0" algn="ctr">
              <a:spcBef>
                <a:spcPts val="0"/>
              </a:spcBef>
              <a:spcAft>
                <a:spcPts val="0"/>
              </a:spcAft>
              <a:buSzPts val="2400"/>
              <a:buFont typeface="Montserrat Black"/>
              <a:buNone/>
              <a:defRPr sz="2400">
                <a:latin typeface="Montserrat Black"/>
                <a:ea typeface="Montserrat Black"/>
                <a:cs typeface="Montserrat Black"/>
                <a:sym typeface="Montserrat Black"/>
              </a:defRPr>
            </a:lvl8pPr>
            <a:lvl9pPr lvl="8" rtl="0" algn="ctr">
              <a:spcBef>
                <a:spcPts val="0"/>
              </a:spcBef>
              <a:spcAft>
                <a:spcPts val="0"/>
              </a:spcAft>
              <a:buSzPts val="2400"/>
              <a:buFont typeface="Montserrat Black"/>
              <a:buNone/>
              <a:defRPr sz="2400">
                <a:latin typeface="Montserrat Black"/>
                <a:ea typeface="Montserrat Black"/>
                <a:cs typeface="Montserrat Black"/>
                <a:sym typeface="Montserrat Black"/>
              </a:defRPr>
            </a:lvl9pPr>
          </a:lstStyle>
          <a:p/>
        </p:txBody>
      </p:sp>
      <p:sp>
        <p:nvSpPr>
          <p:cNvPr id="148" name="Google Shape;148;p13"/>
          <p:cNvSpPr txBox="1"/>
          <p:nvPr>
            <p:ph idx="1" type="subTitle"/>
          </p:nvPr>
        </p:nvSpPr>
        <p:spPr>
          <a:xfrm>
            <a:off x="1991575" y="2116975"/>
            <a:ext cx="2580300" cy="479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9" name="Google Shape;149;p13"/>
          <p:cNvSpPr txBox="1"/>
          <p:nvPr>
            <p:ph idx="2" type="title"/>
          </p:nvPr>
        </p:nvSpPr>
        <p:spPr>
          <a:xfrm>
            <a:off x="5786525" y="1754100"/>
            <a:ext cx="2580300" cy="4344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400"/>
              <a:buFont typeface="Montserrat Black"/>
              <a:buNone/>
              <a:defRPr sz="2200"/>
            </a:lvl1pPr>
            <a:lvl2pPr lvl="1" rtl="0" algn="ctr">
              <a:spcBef>
                <a:spcPts val="0"/>
              </a:spcBef>
              <a:spcAft>
                <a:spcPts val="0"/>
              </a:spcAft>
              <a:buSzPts val="2400"/>
              <a:buFont typeface="Montserrat Black"/>
              <a:buNone/>
              <a:defRPr sz="2400">
                <a:latin typeface="Montserrat Black"/>
                <a:ea typeface="Montserrat Black"/>
                <a:cs typeface="Montserrat Black"/>
                <a:sym typeface="Montserrat Black"/>
              </a:defRPr>
            </a:lvl2pPr>
            <a:lvl3pPr lvl="2" rtl="0" algn="ctr">
              <a:spcBef>
                <a:spcPts val="0"/>
              </a:spcBef>
              <a:spcAft>
                <a:spcPts val="0"/>
              </a:spcAft>
              <a:buSzPts val="2400"/>
              <a:buFont typeface="Montserrat Black"/>
              <a:buNone/>
              <a:defRPr sz="2400">
                <a:latin typeface="Montserrat Black"/>
                <a:ea typeface="Montserrat Black"/>
                <a:cs typeface="Montserrat Black"/>
                <a:sym typeface="Montserrat Black"/>
              </a:defRPr>
            </a:lvl3pPr>
            <a:lvl4pPr lvl="3" rtl="0" algn="ctr">
              <a:spcBef>
                <a:spcPts val="0"/>
              </a:spcBef>
              <a:spcAft>
                <a:spcPts val="0"/>
              </a:spcAft>
              <a:buSzPts val="2400"/>
              <a:buFont typeface="Montserrat Black"/>
              <a:buNone/>
              <a:defRPr sz="2400">
                <a:latin typeface="Montserrat Black"/>
                <a:ea typeface="Montserrat Black"/>
                <a:cs typeface="Montserrat Black"/>
                <a:sym typeface="Montserrat Black"/>
              </a:defRPr>
            </a:lvl4pPr>
            <a:lvl5pPr lvl="4" rtl="0" algn="ctr">
              <a:spcBef>
                <a:spcPts val="0"/>
              </a:spcBef>
              <a:spcAft>
                <a:spcPts val="0"/>
              </a:spcAft>
              <a:buSzPts val="2400"/>
              <a:buFont typeface="Montserrat Black"/>
              <a:buNone/>
              <a:defRPr sz="2400">
                <a:latin typeface="Montserrat Black"/>
                <a:ea typeface="Montserrat Black"/>
                <a:cs typeface="Montserrat Black"/>
                <a:sym typeface="Montserrat Black"/>
              </a:defRPr>
            </a:lvl5pPr>
            <a:lvl6pPr lvl="5" rtl="0" algn="ctr">
              <a:spcBef>
                <a:spcPts val="0"/>
              </a:spcBef>
              <a:spcAft>
                <a:spcPts val="0"/>
              </a:spcAft>
              <a:buSzPts val="2400"/>
              <a:buFont typeface="Montserrat Black"/>
              <a:buNone/>
              <a:defRPr sz="2400">
                <a:latin typeface="Montserrat Black"/>
                <a:ea typeface="Montserrat Black"/>
                <a:cs typeface="Montserrat Black"/>
                <a:sym typeface="Montserrat Black"/>
              </a:defRPr>
            </a:lvl6pPr>
            <a:lvl7pPr lvl="6" rtl="0" algn="ctr">
              <a:spcBef>
                <a:spcPts val="0"/>
              </a:spcBef>
              <a:spcAft>
                <a:spcPts val="0"/>
              </a:spcAft>
              <a:buSzPts val="2400"/>
              <a:buFont typeface="Montserrat Black"/>
              <a:buNone/>
              <a:defRPr sz="2400">
                <a:latin typeface="Montserrat Black"/>
                <a:ea typeface="Montserrat Black"/>
                <a:cs typeface="Montserrat Black"/>
                <a:sym typeface="Montserrat Black"/>
              </a:defRPr>
            </a:lvl7pPr>
            <a:lvl8pPr lvl="7" rtl="0" algn="ctr">
              <a:spcBef>
                <a:spcPts val="0"/>
              </a:spcBef>
              <a:spcAft>
                <a:spcPts val="0"/>
              </a:spcAft>
              <a:buSzPts val="2400"/>
              <a:buFont typeface="Montserrat Black"/>
              <a:buNone/>
              <a:defRPr sz="2400">
                <a:latin typeface="Montserrat Black"/>
                <a:ea typeface="Montserrat Black"/>
                <a:cs typeface="Montserrat Black"/>
                <a:sym typeface="Montserrat Black"/>
              </a:defRPr>
            </a:lvl8pPr>
            <a:lvl9pPr lvl="8" rtl="0" algn="ctr">
              <a:spcBef>
                <a:spcPts val="0"/>
              </a:spcBef>
              <a:spcAft>
                <a:spcPts val="0"/>
              </a:spcAft>
              <a:buSzPts val="2400"/>
              <a:buFont typeface="Montserrat Black"/>
              <a:buNone/>
              <a:defRPr sz="2400">
                <a:latin typeface="Montserrat Black"/>
                <a:ea typeface="Montserrat Black"/>
                <a:cs typeface="Montserrat Black"/>
                <a:sym typeface="Montserrat Black"/>
              </a:defRPr>
            </a:lvl9pPr>
          </a:lstStyle>
          <a:p/>
        </p:txBody>
      </p:sp>
      <p:sp>
        <p:nvSpPr>
          <p:cNvPr id="150" name="Google Shape;150;p13"/>
          <p:cNvSpPr txBox="1"/>
          <p:nvPr>
            <p:ph idx="3" type="subTitle"/>
          </p:nvPr>
        </p:nvSpPr>
        <p:spPr>
          <a:xfrm>
            <a:off x="5786525" y="2116975"/>
            <a:ext cx="2580300" cy="479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1" name="Google Shape;151;p13"/>
          <p:cNvSpPr txBox="1"/>
          <p:nvPr>
            <p:ph idx="4" type="title"/>
          </p:nvPr>
        </p:nvSpPr>
        <p:spPr>
          <a:xfrm>
            <a:off x="1991575" y="3094050"/>
            <a:ext cx="2580300" cy="4344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400"/>
              <a:buFont typeface="Montserrat Black"/>
              <a:buNone/>
              <a:defRPr sz="2200"/>
            </a:lvl1pPr>
            <a:lvl2pPr lvl="1" rtl="0" algn="ctr">
              <a:spcBef>
                <a:spcPts val="0"/>
              </a:spcBef>
              <a:spcAft>
                <a:spcPts val="0"/>
              </a:spcAft>
              <a:buSzPts val="2400"/>
              <a:buFont typeface="Montserrat Black"/>
              <a:buNone/>
              <a:defRPr sz="2400">
                <a:latin typeface="Montserrat Black"/>
                <a:ea typeface="Montserrat Black"/>
                <a:cs typeface="Montserrat Black"/>
                <a:sym typeface="Montserrat Black"/>
              </a:defRPr>
            </a:lvl2pPr>
            <a:lvl3pPr lvl="2" rtl="0" algn="ctr">
              <a:spcBef>
                <a:spcPts val="0"/>
              </a:spcBef>
              <a:spcAft>
                <a:spcPts val="0"/>
              </a:spcAft>
              <a:buSzPts val="2400"/>
              <a:buFont typeface="Montserrat Black"/>
              <a:buNone/>
              <a:defRPr sz="2400">
                <a:latin typeface="Montserrat Black"/>
                <a:ea typeface="Montserrat Black"/>
                <a:cs typeface="Montserrat Black"/>
                <a:sym typeface="Montserrat Black"/>
              </a:defRPr>
            </a:lvl3pPr>
            <a:lvl4pPr lvl="3" rtl="0" algn="ctr">
              <a:spcBef>
                <a:spcPts val="0"/>
              </a:spcBef>
              <a:spcAft>
                <a:spcPts val="0"/>
              </a:spcAft>
              <a:buSzPts val="2400"/>
              <a:buFont typeface="Montserrat Black"/>
              <a:buNone/>
              <a:defRPr sz="2400">
                <a:latin typeface="Montserrat Black"/>
                <a:ea typeface="Montserrat Black"/>
                <a:cs typeface="Montserrat Black"/>
                <a:sym typeface="Montserrat Black"/>
              </a:defRPr>
            </a:lvl4pPr>
            <a:lvl5pPr lvl="4" rtl="0" algn="ctr">
              <a:spcBef>
                <a:spcPts val="0"/>
              </a:spcBef>
              <a:spcAft>
                <a:spcPts val="0"/>
              </a:spcAft>
              <a:buSzPts val="2400"/>
              <a:buFont typeface="Montserrat Black"/>
              <a:buNone/>
              <a:defRPr sz="2400">
                <a:latin typeface="Montserrat Black"/>
                <a:ea typeface="Montserrat Black"/>
                <a:cs typeface="Montserrat Black"/>
                <a:sym typeface="Montserrat Black"/>
              </a:defRPr>
            </a:lvl5pPr>
            <a:lvl6pPr lvl="5" rtl="0" algn="ctr">
              <a:spcBef>
                <a:spcPts val="0"/>
              </a:spcBef>
              <a:spcAft>
                <a:spcPts val="0"/>
              </a:spcAft>
              <a:buSzPts val="2400"/>
              <a:buFont typeface="Montserrat Black"/>
              <a:buNone/>
              <a:defRPr sz="2400">
                <a:latin typeface="Montserrat Black"/>
                <a:ea typeface="Montserrat Black"/>
                <a:cs typeface="Montserrat Black"/>
                <a:sym typeface="Montserrat Black"/>
              </a:defRPr>
            </a:lvl6pPr>
            <a:lvl7pPr lvl="6" rtl="0" algn="ctr">
              <a:spcBef>
                <a:spcPts val="0"/>
              </a:spcBef>
              <a:spcAft>
                <a:spcPts val="0"/>
              </a:spcAft>
              <a:buSzPts val="2400"/>
              <a:buFont typeface="Montserrat Black"/>
              <a:buNone/>
              <a:defRPr sz="2400">
                <a:latin typeface="Montserrat Black"/>
                <a:ea typeface="Montserrat Black"/>
                <a:cs typeface="Montserrat Black"/>
                <a:sym typeface="Montserrat Black"/>
              </a:defRPr>
            </a:lvl7pPr>
            <a:lvl8pPr lvl="7" rtl="0" algn="ctr">
              <a:spcBef>
                <a:spcPts val="0"/>
              </a:spcBef>
              <a:spcAft>
                <a:spcPts val="0"/>
              </a:spcAft>
              <a:buSzPts val="2400"/>
              <a:buFont typeface="Montserrat Black"/>
              <a:buNone/>
              <a:defRPr sz="2400">
                <a:latin typeface="Montserrat Black"/>
                <a:ea typeface="Montserrat Black"/>
                <a:cs typeface="Montserrat Black"/>
                <a:sym typeface="Montserrat Black"/>
              </a:defRPr>
            </a:lvl8pPr>
            <a:lvl9pPr lvl="8" rtl="0" algn="ctr">
              <a:spcBef>
                <a:spcPts val="0"/>
              </a:spcBef>
              <a:spcAft>
                <a:spcPts val="0"/>
              </a:spcAft>
              <a:buSzPts val="2400"/>
              <a:buFont typeface="Montserrat Black"/>
              <a:buNone/>
              <a:defRPr sz="2400">
                <a:latin typeface="Montserrat Black"/>
                <a:ea typeface="Montserrat Black"/>
                <a:cs typeface="Montserrat Black"/>
                <a:sym typeface="Montserrat Black"/>
              </a:defRPr>
            </a:lvl9pPr>
          </a:lstStyle>
          <a:p/>
        </p:txBody>
      </p:sp>
      <p:sp>
        <p:nvSpPr>
          <p:cNvPr id="152" name="Google Shape;152;p13"/>
          <p:cNvSpPr txBox="1"/>
          <p:nvPr>
            <p:ph idx="5" type="title"/>
          </p:nvPr>
        </p:nvSpPr>
        <p:spPr>
          <a:xfrm>
            <a:off x="5786525" y="3094050"/>
            <a:ext cx="2580300" cy="4344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400"/>
              <a:buFont typeface="Montserrat Black"/>
              <a:buNone/>
              <a:defRPr sz="2200"/>
            </a:lvl1pPr>
            <a:lvl2pPr lvl="1" rtl="0" algn="ctr">
              <a:spcBef>
                <a:spcPts val="0"/>
              </a:spcBef>
              <a:spcAft>
                <a:spcPts val="0"/>
              </a:spcAft>
              <a:buSzPts val="2400"/>
              <a:buFont typeface="Montserrat Black"/>
              <a:buNone/>
              <a:defRPr sz="2400">
                <a:latin typeface="Montserrat Black"/>
                <a:ea typeface="Montserrat Black"/>
                <a:cs typeface="Montserrat Black"/>
                <a:sym typeface="Montserrat Black"/>
              </a:defRPr>
            </a:lvl2pPr>
            <a:lvl3pPr lvl="2" rtl="0" algn="ctr">
              <a:spcBef>
                <a:spcPts val="0"/>
              </a:spcBef>
              <a:spcAft>
                <a:spcPts val="0"/>
              </a:spcAft>
              <a:buSzPts val="2400"/>
              <a:buFont typeface="Montserrat Black"/>
              <a:buNone/>
              <a:defRPr sz="2400">
                <a:latin typeface="Montserrat Black"/>
                <a:ea typeface="Montserrat Black"/>
                <a:cs typeface="Montserrat Black"/>
                <a:sym typeface="Montserrat Black"/>
              </a:defRPr>
            </a:lvl3pPr>
            <a:lvl4pPr lvl="3" rtl="0" algn="ctr">
              <a:spcBef>
                <a:spcPts val="0"/>
              </a:spcBef>
              <a:spcAft>
                <a:spcPts val="0"/>
              </a:spcAft>
              <a:buSzPts val="2400"/>
              <a:buFont typeface="Montserrat Black"/>
              <a:buNone/>
              <a:defRPr sz="2400">
                <a:latin typeface="Montserrat Black"/>
                <a:ea typeface="Montserrat Black"/>
                <a:cs typeface="Montserrat Black"/>
                <a:sym typeface="Montserrat Black"/>
              </a:defRPr>
            </a:lvl4pPr>
            <a:lvl5pPr lvl="4" rtl="0" algn="ctr">
              <a:spcBef>
                <a:spcPts val="0"/>
              </a:spcBef>
              <a:spcAft>
                <a:spcPts val="0"/>
              </a:spcAft>
              <a:buSzPts val="2400"/>
              <a:buFont typeface="Montserrat Black"/>
              <a:buNone/>
              <a:defRPr sz="2400">
                <a:latin typeface="Montserrat Black"/>
                <a:ea typeface="Montserrat Black"/>
                <a:cs typeface="Montserrat Black"/>
                <a:sym typeface="Montserrat Black"/>
              </a:defRPr>
            </a:lvl5pPr>
            <a:lvl6pPr lvl="5" rtl="0" algn="ctr">
              <a:spcBef>
                <a:spcPts val="0"/>
              </a:spcBef>
              <a:spcAft>
                <a:spcPts val="0"/>
              </a:spcAft>
              <a:buSzPts val="2400"/>
              <a:buFont typeface="Montserrat Black"/>
              <a:buNone/>
              <a:defRPr sz="2400">
                <a:latin typeface="Montserrat Black"/>
                <a:ea typeface="Montserrat Black"/>
                <a:cs typeface="Montserrat Black"/>
                <a:sym typeface="Montserrat Black"/>
              </a:defRPr>
            </a:lvl6pPr>
            <a:lvl7pPr lvl="6" rtl="0" algn="ctr">
              <a:spcBef>
                <a:spcPts val="0"/>
              </a:spcBef>
              <a:spcAft>
                <a:spcPts val="0"/>
              </a:spcAft>
              <a:buSzPts val="2400"/>
              <a:buFont typeface="Montserrat Black"/>
              <a:buNone/>
              <a:defRPr sz="2400">
                <a:latin typeface="Montserrat Black"/>
                <a:ea typeface="Montserrat Black"/>
                <a:cs typeface="Montserrat Black"/>
                <a:sym typeface="Montserrat Black"/>
              </a:defRPr>
            </a:lvl7pPr>
            <a:lvl8pPr lvl="7" rtl="0" algn="ctr">
              <a:spcBef>
                <a:spcPts val="0"/>
              </a:spcBef>
              <a:spcAft>
                <a:spcPts val="0"/>
              </a:spcAft>
              <a:buSzPts val="2400"/>
              <a:buFont typeface="Montserrat Black"/>
              <a:buNone/>
              <a:defRPr sz="2400">
                <a:latin typeface="Montserrat Black"/>
                <a:ea typeface="Montserrat Black"/>
                <a:cs typeface="Montserrat Black"/>
                <a:sym typeface="Montserrat Black"/>
              </a:defRPr>
            </a:lvl8pPr>
            <a:lvl9pPr lvl="8" rtl="0" algn="ctr">
              <a:spcBef>
                <a:spcPts val="0"/>
              </a:spcBef>
              <a:spcAft>
                <a:spcPts val="0"/>
              </a:spcAft>
              <a:buSzPts val="2400"/>
              <a:buFont typeface="Montserrat Black"/>
              <a:buNone/>
              <a:defRPr sz="2400">
                <a:latin typeface="Montserrat Black"/>
                <a:ea typeface="Montserrat Black"/>
                <a:cs typeface="Montserrat Black"/>
                <a:sym typeface="Montserrat Black"/>
              </a:defRPr>
            </a:lvl9pPr>
          </a:lstStyle>
          <a:p/>
        </p:txBody>
      </p:sp>
      <p:sp>
        <p:nvSpPr>
          <p:cNvPr id="153" name="Google Shape;153;p13"/>
          <p:cNvSpPr txBox="1"/>
          <p:nvPr>
            <p:ph idx="6" type="subTitle"/>
          </p:nvPr>
        </p:nvSpPr>
        <p:spPr>
          <a:xfrm>
            <a:off x="5786525" y="3455900"/>
            <a:ext cx="2580300" cy="479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4" name="Google Shape;154;p13"/>
          <p:cNvSpPr txBox="1"/>
          <p:nvPr>
            <p:ph hasCustomPrompt="1" idx="7" type="title"/>
          </p:nvPr>
        </p:nvSpPr>
        <p:spPr>
          <a:xfrm>
            <a:off x="1068700" y="1852888"/>
            <a:ext cx="822900" cy="640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4700"/>
              <a:buNone/>
              <a:defRPr sz="3600">
                <a:solidFill>
                  <a:schemeClr val="dk1"/>
                </a:solidFill>
              </a:defRPr>
            </a:lvl1pPr>
            <a:lvl2pPr lvl="1" rtl="0" algn="ctr">
              <a:spcBef>
                <a:spcPts val="0"/>
              </a:spcBef>
              <a:spcAft>
                <a:spcPts val="0"/>
              </a:spcAft>
              <a:buSzPts val="4700"/>
              <a:buNone/>
              <a:defRPr sz="4700"/>
            </a:lvl2pPr>
            <a:lvl3pPr lvl="2" rtl="0" algn="ctr">
              <a:spcBef>
                <a:spcPts val="0"/>
              </a:spcBef>
              <a:spcAft>
                <a:spcPts val="0"/>
              </a:spcAft>
              <a:buSzPts val="4700"/>
              <a:buNone/>
              <a:defRPr sz="4700"/>
            </a:lvl3pPr>
            <a:lvl4pPr lvl="3" rtl="0" algn="ctr">
              <a:spcBef>
                <a:spcPts val="0"/>
              </a:spcBef>
              <a:spcAft>
                <a:spcPts val="0"/>
              </a:spcAft>
              <a:buSzPts val="4700"/>
              <a:buNone/>
              <a:defRPr sz="4700"/>
            </a:lvl4pPr>
            <a:lvl5pPr lvl="4" rtl="0" algn="ctr">
              <a:spcBef>
                <a:spcPts val="0"/>
              </a:spcBef>
              <a:spcAft>
                <a:spcPts val="0"/>
              </a:spcAft>
              <a:buSzPts val="4700"/>
              <a:buNone/>
              <a:defRPr sz="4700"/>
            </a:lvl5pPr>
            <a:lvl6pPr lvl="5" rtl="0" algn="ctr">
              <a:spcBef>
                <a:spcPts val="0"/>
              </a:spcBef>
              <a:spcAft>
                <a:spcPts val="0"/>
              </a:spcAft>
              <a:buSzPts val="4700"/>
              <a:buNone/>
              <a:defRPr sz="4700"/>
            </a:lvl6pPr>
            <a:lvl7pPr lvl="6" rtl="0" algn="ctr">
              <a:spcBef>
                <a:spcPts val="0"/>
              </a:spcBef>
              <a:spcAft>
                <a:spcPts val="0"/>
              </a:spcAft>
              <a:buSzPts val="4700"/>
              <a:buNone/>
              <a:defRPr sz="4700"/>
            </a:lvl7pPr>
            <a:lvl8pPr lvl="7" rtl="0" algn="ctr">
              <a:spcBef>
                <a:spcPts val="0"/>
              </a:spcBef>
              <a:spcAft>
                <a:spcPts val="0"/>
              </a:spcAft>
              <a:buSzPts val="4700"/>
              <a:buNone/>
              <a:defRPr sz="4700"/>
            </a:lvl8pPr>
            <a:lvl9pPr lvl="8" rtl="0" algn="ctr">
              <a:spcBef>
                <a:spcPts val="0"/>
              </a:spcBef>
              <a:spcAft>
                <a:spcPts val="0"/>
              </a:spcAft>
              <a:buSzPts val="4700"/>
              <a:buNone/>
              <a:defRPr sz="4700"/>
            </a:lvl9pPr>
          </a:lstStyle>
          <a:p>
            <a:r>
              <a:t>xx%</a:t>
            </a:r>
          </a:p>
        </p:txBody>
      </p:sp>
      <p:sp>
        <p:nvSpPr>
          <p:cNvPr id="155" name="Google Shape;155;p13"/>
          <p:cNvSpPr txBox="1"/>
          <p:nvPr>
            <p:ph hasCustomPrompt="1" idx="8" type="title"/>
          </p:nvPr>
        </p:nvSpPr>
        <p:spPr>
          <a:xfrm>
            <a:off x="4868250" y="1858800"/>
            <a:ext cx="822900" cy="640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4700"/>
              <a:buNone/>
              <a:defRPr sz="3600">
                <a:solidFill>
                  <a:schemeClr val="dk1"/>
                </a:solidFill>
              </a:defRPr>
            </a:lvl1pPr>
            <a:lvl2pPr lvl="1" rtl="0" algn="ctr">
              <a:spcBef>
                <a:spcPts val="0"/>
              </a:spcBef>
              <a:spcAft>
                <a:spcPts val="0"/>
              </a:spcAft>
              <a:buSzPts val="4700"/>
              <a:buNone/>
              <a:defRPr sz="4700"/>
            </a:lvl2pPr>
            <a:lvl3pPr lvl="2" rtl="0" algn="ctr">
              <a:spcBef>
                <a:spcPts val="0"/>
              </a:spcBef>
              <a:spcAft>
                <a:spcPts val="0"/>
              </a:spcAft>
              <a:buSzPts val="4700"/>
              <a:buNone/>
              <a:defRPr sz="4700"/>
            </a:lvl3pPr>
            <a:lvl4pPr lvl="3" rtl="0" algn="ctr">
              <a:spcBef>
                <a:spcPts val="0"/>
              </a:spcBef>
              <a:spcAft>
                <a:spcPts val="0"/>
              </a:spcAft>
              <a:buSzPts val="4700"/>
              <a:buNone/>
              <a:defRPr sz="4700"/>
            </a:lvl4pPr>
            <a:lvl5pPr lvl="4" rtl="0" algn="ctr">
              <a:spcBef>
                <a:spcPts val="0"/>
              </a:spcBef>
              <a:spcAft>
                <a:spcPts val="0"/>
              </a:spcAft>
              <a:buSzPts val="4700"/>
              <a:buNone/>
              <a:defRPr sz="4700"/>
            </a:lvl5pPr>
            <a:lvl6pPr lvl="5" rtl="0" algn="ctr">
              <a:spcBef>
                <a:spcPts val="0"/>
              </a:spcBef>
              <a:spcAft>
                <a:spcPts val="0"/>
              </a:spcAft>
              <a:buSzPts val="4700"/>
              <a:buNone/>
              <a:defRPr sz="4700"/>
            </a:lvl6pPr>
            <a:lvl7pPr lvl="6" rtl="0" algn="ctr">
              <a:spcBef>
                <a:spcPts val="0"/>
              </a:spcBef>
              <a:spcAft>
                <a:spcPts val="0"/>
              </a:spcAft>
              <a:buSzPts val="4700"/>
              <a:buNone/>
              <a:defRPr sz="4700"/>
            </a:lvl7pPr>
            <a:lvl8pPr lvl="7" rtl="0" algn="ctr">
              <a:spcBef>
                <a:spcPts val="0"/>
              </a:spcBef>
              <a:spcAft>
                <a:spcPts val="0"/>
              </a:spcAft>
              <a:buSzPts val="4700"/>
              <a:buNone/>
              <a:defRPr sz="4700"/>
            </a:lvl8pPr>
            <a:lvl9pPr lvl="8" rtl="0" algn="ctr">
              <a:spcBef>
                <a:spcPts val="0"/>
              </a:spcBef>
              <a:spcAft>
                <a:spcPts val="0"/>
              </a:spcAft>
              <a:buSzPts val="4700"/>
              <a:buNone/>
              <a:defRPr sz="4700"/>
            </a:lvl9pPr>
          </a:lstStyle>
          <a:p>
            <a:r>
              <a:t>xx%</a:t>
            </a:r>
          </a:p>
        </p:txBody>
      </p:sp>
      <p:sp>
        <p:nvSpPr>
          <p:cNvPr id="156" name="Google Shape;156;p13"/>
          <p:cNvSpPr txBox="1"/>
          <p:nvPr>
            <p:ph hasCustomPrompt="1" idx="9" type="title"/>
          </p:nvPr>
        </p:nvSpPr>
        <p:spPr>
          <a:xfrm>
            <a:off x="1068700" y="3193550"/>
            <a:ext cx="822900" cy="640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4700"/>
              <a:buNone/>
              <a:defRPr sz="3600">
                <a:solidFill>
                  <a:schemeClr val="dk1"/>
                </a:solidFill>
              </a:defRPr>
            </a:lvl1pPr>
            <a:lvl2pPr lvl="1" rtl="0" algn="ctr">
              <a:spcBef>
                <a:spcPts val="0"/>
              </a:spcBef>
              <a:spcAft>
                <a:spcPts val="0"/>
              </a:spcAft>
              <a:buSzPts val="4700"/>
              <a:buNone/>
              <a:defRPr sz="4700"/>
            </a:lvl2pPr>
            <a:lvl3pPr lvl="2" rtl="0" algn="ctr">
              <a:spcBef>
                <a:spcPts val="0"/>
              </a:spcBef>
              <a:spcAft>
                <a:spcPts val="0"/>
              </a:spcAft>
              <a:buSzPts val="4700"/>
              <a:buNone/>
              <a:defRPr sz="4700"/>
            </a:lvl3pPr>
            <a:lvl4pPr lvl="3" rtl="0" algn="ctr">
              <a:spcBef>
                <a:spcPts val="0"/>
              </a:spcBef>
              <a:spcAft>
                <a:spcPts val="0"/>
              </a:spcAft>
              <a:buSzPts val="4700"/>
              <a:buNone/>
              <a:defRPr sz="4700"/>
            </a:lvl4pPr>
            <a:lvl5pPr lvl="4" rtl="0" algn="ctr">
              <a:spcBef>
                <a:spcPts val="0"/>
              </a:spcBef>
              <a:spcAft>
                <a:spcPts val="0"/>
              </a:spcAft>
              <a:buSzPts val="4700"/>
              <a:buNone/>
              <a:defRPr sz="4700"/>
            </a:lvl5pPr>
            <a:lvl6pPr lvl="5" rtl="0" algn="ctr">
              <a:spcBef>
                <a:spcPts val="0"/>
              </a:spcBef>
              <a:spcAft>
                <a:spcPts val="0"/>
              </a:spcAft>
              <a:buSzPts val="4700"/>
              <a:buNone/>
              <a:defRPr sz="4700"/>
            </a:lvl6pPr>
            <a:lvl7pPr lvl="6" rtl="0" algn="ctr">
              <a:spcBef>
                <a:spcPts val="0"/>
              </a:spcBef>
              <a:spcAft>
                <a:spcPts val="0"/>
              </a:spcAft>
              <a:buSzPts val="4700"/>
              <a:buNone/>
              <a:defRPr sz="4700"/>
            </a:lvl7pPr>
            <a:lvl8pPr lvl="7" rtl="0" algn="ctr">
              <a:spcBef>
                <a:spcPts val="0"/>
              </a:spcBef>
              <a:spcAft>
                <a:spcPts val="0"/>
              </a:spcAft>
              <a:buSzPts val="4700"/>
              <a:buNone/>
              <a:defRPr sz="4700"/>
            </a:lvl8pPr>
            <a:lvl9pPr lvl="8" rtl="0" algn="ctr">
              <a:spcBef>
                <a:spcPts val="0"/>
              </a:spcBef>
              <a:spcAft>
                <a:spcPts val="0"/>
              </a:spcAft>
              <a:buSzPts val="4700"/>
              <a:buNone/>
              <a:defRPr sz="4700"/>
            </a:lvl9pPr>
          </a:lstStyle>
          <a:p>
            <a:r>
              <a:t>xx%</a:t>
            </a:r>
          </a:p>
        </p:txBody>
      </p:sp>
      <p:sp>
        <p:nvSpPr>
          <p:cNvPr id="157" name="Google Shape;157;p13"/>
          <p:cNvSpPr txBox="1"/>
          <p:nvPr>
            <p:ph hasCustomPrompt="1" idx="13" type="title"/>
          </p:nvPr>
        </p:nvSpPr>
        <p:spPr>
          <a:xfrm>
            <a:off x="4868250" y="3198175"/>
            <a:ext cx="822900" cy="6402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4700"/>
              <a:buNone/>
              <a:defRPr sz="3600">
                <a:solidFill>
                  <a:schemeClr val="dk1"/>
                </a:solidFill>
              </a:defRPr>
            </a:lvl1pPr>
            <a:lvl2pPr lvl="1" rtl="0" algn="ctr">
              <a:spcBef>
                <a:spcPts val="0"/>
              </a:spcBef>
              <a:spcAft>
                <a:spcPts val="0"/>
              </a:spcAft>
              <a:buSzPts val="4700"/>
              <a:buNone/>
              <a:defRPr sz="4700"/>
            </a:lvl2pPr>
            <a:lvl3pPr lvl="2" rtl="0" algn="ctr">
              <a:spcBef>
                <a:spcPts val="0"/>
              </a:spcBef>
              <a:spcAft>
                <a:spcPts val="0"/>
              </a:spcAft>
              <a:buSzPts val="4700"/>
              <a:buNone/>
              <a:defRPr sz="4700"/>
            </a:lvl3pPr>
            <a:lvl4pPr lvl="3" rtl="0" algn="ctr">
              <a:spcBef>
                <a:spcPts val="0"/>
              </a:spcBef>
              <a:spcAft>
                <a:spcPts val="0"/>
              </a:spcAft>
              <a:buSzPts val="4700"/>
              <a:buNone/>
              <a:defRPr sz="4700"/>
            </a:lvl4pPr>
            <a:lvl5pPr lvl="4" rtl="0" algn="ctr">
              <a:spcBef>
                <a:spcPts val="0"/>
              </a:spcBef>
              <a:spcAft>
                <a:spcPts val="0"/>
              </a:spcAft>
              <a:buSzPts val="4700"/>
              <a:buNone/>
              <a:defRPr sz="4700"/>
            </a:lvl5pPr>
            <a:lvl6pPr lvl="5" rtl="0" algn="ctr">
              <a:spcBef>
                <a:spcPts val="0"/>
              </a:spcBef>
              <a:spcAft>
                <a:spcPts val="0"/>
              </a:spcAft>
              <a:buSzPts val="4700"/>
              <a:buNone/>
              <a:defRPr sz="4700"/>
            </a:lvl6pPr>
            <a:lvl7pPr lvl="6" rtl="0" algn="ctr">
              <a:spcBef>
                <a:spcPts val="0"/>
              </a:spcBef>
              <a:spcAft>
                <a:spcPts val="0"/>
              </a:spcAft>
              <a:buSzPts val="4700"/>
              <a:buNone/>
              <a:defRPr sz="4700"/>
            </a:lvl7pPr>
            <a:lvl8pPr lvl="7" rtl="0" algn="ctr">
              <a:spcBef>
                <a:spcPts val="0"/>
              </a:spcBef>
              <a:spcAft>
                <a:spcPts val="0"/>
              </a:spcAft>
              <a:buSzPts val="4700"/>
              <a:buNone/>
              <a:defRPr sz="4700"/>
            </a:lvl8pPr>
            <a:lvl9pPr lvl="8" rtl="0" algn="ctr">
              <a:spcBef>
                <a:spcPts val="0"/>
              </a:spcBef>
              <a:spcAft>
                <a:spcPts val="0"/>
              </a:spcAft>
              <a:buSzPts val="4700"/>
              <a:buNone/>
              <a:defRPr sz="4700"/>
            </a:lvl9pPr>
          </a:lstStyle>
          <a:p>
            <a:r>
              <a:t>xx%</a:t>
            </a:r>
          </a:p>
        </p:txBody>
      </p:sp>
      <p:sp>
        <p:nvSpPr>
          <p:cNvPr id="158" name="Google Shape;158;p13"/>
          <p:cNvSpPr txBox="1"/>
          <p:nvPr>
            <p:ph idx="14" type="subTitle"/>
          </p:nvPr>
        </p:nvSpPr>
        <p:spPr>
          <a:xfrm>
            <a:off x="1991575" y="3455900"/>
            <a:ext cx="2580300" cy="479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9" name="Google Shape;159;p13"/>
          <p:cNvSpPr txBox="1"/>
          <p:nvPr>
            <p:ph idx="15"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0" name="Google Shape;160;p13"/>
          <p:cNvSpPr/>
          <p:nvPr/>
        </p:nvSpPr>
        <p:spPr>
          <a:xfrm flipH="1">
            <a:off x="-354865" y="376893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3"/>
          <p:cNvSpPr/>
          <p:nvPr/>
        </p:nvSpPr>
        <p:spPr>
          <a:xfrm flipH="1">
            <a:off x="8038179" y="4"/>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3"/>
          <p:cNvSpPr/>
          <p:nvPr/>
        </p:nvSpPr>
        <p:spPr>
          <a:xfrm flipH="1">
            <a:off x="1439917" y="-212621"/>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3"/>
          <p:cNvSpPr/>
          <p:nvPr/>
        </p:nvSpPr>
        <p:spPr>
          <a:xfrm flipH="1">
            <a:off x="4166028" y="-814459"/>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3"/>
          <p:cNvSpPr/>
          <p:nvPr/>
        </p:nvSpPr>
        <p:spPr>
          <a:xfrm flipH="1">
            <a:off x="4296960" y="459712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3"/>
          <p:cNvSpPr/>
          <p:nvPr/>
        </p:nvSpPr>
        <p:spPr>
          <a:xfrm flipH="1">
            <a:off x="815942" y="4691779"/>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3"/>
          <p:cNvSpPr/>
          <p:nvPr/>
        </p:nvSpPr>
        <p:spPr>
          <a:xfrm>
            <a:off x="-300650" y="1059750"/>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7" name="Google Shape;167;p13"/>
          <p:cNvGrpSpPr/>
          <p:nvPr/>
        </p:nvGrpSpPr>
        <p:grpSpPr>
          <a:xfrm>
            <a:off x="7878949" y="4237907"/>
            <a:ext cx="1265051" cy="1265051"/>
            <a:chOff x="3912750" y="637550"/>
            <a:chExt cx="947533" cy="947533"/>
          </a:xfrm>
        </p:grpSpPr>
        <p:sp>
          <p:nvSpPr>
            <p:cNvPr id="168" name="Google Shape;168;p13"/>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3"/>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0">
    <p:spTree>
      <p:nvGrpSpPr>
        <p:cNvPr id="170" name="Shape 170"/>
        <p:cNvGrpSpPr/>
        <p:nvPr/>
      </p:nvGrpSpPr>
      <p:grpSpPr>
        <a:xfrm>
          <a:off x="0" y="0"/>
          <a:ext cx="0" cy="0"/>
          <a:chOff x="0" y="0"/>
          <a:chExt cx="0" cy="0"/>
        </a:xfrm>
      </p:grpSpPr>
      <p:sp>
        <p:nvSpPr>
          <p:cNvPr id="171" name="Google Shape;171;p14"/>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4"/>
          <p:cNvSpPr/>
          <p:nvPr/>
        </p:nvSpPr>
        <p:spPr>
          <a:xfrm rot="-7572997">
            <a:off x="-207075" y="161699"/>
            <a:ext cx="1423590" cy="1423551"/>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4"/>
          <p:cNvSpPr/>
          <p:nvPr/>
        </p:nvSpPr>
        <p:spPr>
          <a:xfrm rot="10800000">
            <a:off x="4488413" y="-269325"/>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4"/>
          <p:cNvSpPr/>
          <p:nvPr/>
        </p:nvSpPr>
        <p:spPr>
          <a:xfrm rot="-7572997">
            <a:off x="1036036" y="941999"/>
            <a:ext cx="451684" cy="451723"/>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4"/>
          <p:cNvSpPr/>
          <p:nvPr/>
        </p:nvSpPr>
        <p:spPr>
          <a:xfrm flipH="1" rot="10800000">
            <a:off x="2447728" y="538240"/>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6" name="Google Shape;176;p14"/>
          <p:cNvGrpSpPr/>
          <p:nvPr/>
        </p:nvGrpSpPr>
        <p:grpSpPr>
          <a:xfrm flipH="1" rot="10800000">
            <a:off x="8132126" y="-5"/>
            <a:ext cx="1265051" cy="1265051"/>
            <a:chOff x="3912750" y="637550"/>
            <a:chExt cx="947533" cy="947533"/>
          </a:xfrm>
        </p:grpSpPr>
        <p:sp>
          <p:nvSpPr>
            <p:cNvPr id="177" name="Google Shape;177;p14"/>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4"/>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9" name="Google Shape;179;p14"/>
          <p:cNvSpPr txBox="1"/>
          <p:nvPr>
            <p:ph type="title"/>
          </p:nvPr>
        </p:nvSpPr>
        <p:spPr>
          <a:xfrm>
            <a:off x="4788150" y="2932725"/>
            <a:ext cx="3567000" cy="589500"/>
          </a:xfrm>
          <a:prstGeom prst="rect">
            <a:avLst/>
          </a:prstGeom>
        </p:spPr>
        <p:txBody>
          <a:bodyPr anchorCtr="0" anchor="ctr" bIns="91425" lIns="91425" spcFirstLastPara="1" rIns="91425" wrap="square" tIns="91425">
            <a:noAutofit/>
          </a:bodyPr>
          <a:lstStyle>
            <a:lvl1pPr lvl="0" rtl="0">
              <a:spcBef>
                <a:spcPts val="0"/>
              </a:spcBef>
              <a:spcAft>
                <a:spcPts val="0"/>
              </a:spcAft>
              <a:buSzPts val="2200"/>
              <a:buNone/>
              <a:defRPr sz="18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80" name="Google Shape;180;p14"/>
          <p:cNvSpPr txBox="1"/>
          <p:nvPr>
            <p:ph idx="1" type="body"/>
          </p:nvPr>
        </p:nvSpPr>
        <p:spPr>
          <a:xfrm>
            <a:off x="4761600" y="1621275"/>
            <a:ext cx="3620100" cy="1229700"/>
          </a:xfrm>
          <a:prstGeom prst="rect">
            <a:avLst/>
          </a:prstGeom>
        </p:spPr>
        <p:txBody>
          <a:bodyPr anchorCtr="0" anchor="t" bIns="91425" lIns="91425" spcFirstLastPara="1" rIns="91425" wrap="square" tIns="91425">
            <a:noAutofit/>
          </a:bodyPr>
          <a:lstStyle>
            <a:lvl1pPr indent="-330200" lvl="0" marL="457200" rtl="0" algn="ctr">
              <a:lnSpc>
                <a:spcPct val="100000"/>
              </a:lnSpc>
              <a:spcBef>
                <a:spcPts val="0"/>
              </a:spcBef>
              <a:spcAft>
                <a:spcPts val="0"/>
              </a:spcAft>
              <a:buSzPts val="1600"/>
              <a:buChar char="●"/>
              <a:defRPr/>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181" name="Google Shape;181;p14"/>
          <p:cNvSpPr/>
          <p:nvPr/>
        </p:nvSpPr>
        <p:spPr>
          <a:xfrm flipH="1">
            <a:off x="-346512" y="-725638"/>
            <a:ext cx="6411366" cy="6132485"/>
          </a:xfrm>
          <a:custGeom>
            <a:rect b="b" l="l" r="r" t="t"/>
            <a:pathLst>
              <a:path extrusionOk="0" h="208517" w="183878">
                <a:moveTo>
                  <a:pt x="159240" y="0"/>
                </a:moveTo>
                <a:cubicBezTo>
                  <a:pt x="153253" y="2843"/>
                  <a:pt x="147568" y="6332"/>
                  <a:pt x="142356" y="10381"/>
                </a:cubicBezTo>
                <a:cubicBezTo>
                  <a:pt x="135249" y="16066"/>
                  <a:pt x="129778" y="21795"/>
                  <a:pt x="124868" y="30237"/>
                </a:cubicBezTo>
                <a:cubicBezTo>
                  <a:pt x="119958" y="38723"/>
                  <a:pt x="117460" y="49663"/>
                  <a:pt x="115134" y="59139"/>
                </a:cubicBezTo>
                <a:cubicBezTo>
                  <a:pt x="114057" y="63446"/>
                  <a:pt x="112980" y="67840"/>
                  <a:pt x="110826" y="71760"/>
                </a:cubicBezTo>
                <a:cubicBezTo>
                  <a:pt x="103159" y="85931"/>
                  <a:pt x="84853" y="89678"/>
                  <a:pt x="71630" y="98852"/>
                </a:cubicBezTo>
                <a:cubicBezTo>
                  <a:pt x="61982" y="105572"/>
                  <a:pt x="54918" y="115306"/>
                  <a:pt x="51515" y="126505"/>
                </a:cubicBezTo>
                <a:cubicBezTo>
                  <a:pt x="47423" y="140116"/>
                  <a:pt x="48500" y="156269"/>
                  <a:pt x="38550" y="166391"/>
                </a:cubicBezTo>
                <a:cubicBezTo>
                  <a:pt x="32520" y="172593"/>
                  <a:pt x="23647" y="174962"/>
                  <a:pt x="16454" y="179787"/>
                </a:cubicBezTo>
                <a:cubicBezTo>
                  <a:pt x="7064" y="186032"/>
                  <a:pt x="991" y="197274"/>
                  <a:pt x="0" y="208516"/>
                </a:cubicBezTo>
                <a:lnTo>
                  <a:pt x="183878" y="208516"/>
                </a:lnTo>
                <a:lnTo>
                  <a:pt x="183878" y="0"/>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
    <p:spTree>
      <p:nvGrpSpPr>
        <p:cNvPr id="182" name="Shape 182"/>
        <p:cNvGrpSpPr/>
        <p:nvPr/>
      </p:nvGrpSpPr>
      <p:grpSpPr>
        <a:xfrm>
          <a:off x="0" y="0"/>
          <a:ext cx="0" cy="0"/>
          <a:chOff x="0" y="0"/>
          <a:chExt cx="0" cy="0"/>
        </a:xfrm>
      </p:grpSpPr>
      <p:sp>
        <p:nvSpPr>
          <p:cNvPr id="183" name="Google Shape;183;p15"/>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5"/>
          <p:cNvSpPr txBox="1"/>
          <p:nvPr>
            <p:ph idx="1" type="subTitle"/>
          </p:nvPr>
        </p:nvSpPr>
        <p:spPr>
          <a:xfrm>
            <a:off x="3406188" y="2642660"/>
            <a:ext cx="2331600" cy="535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2"/>
              </a:buClr>
              <a:buSzPts val="2000"/>
              <a:buFont typeface="Montserrat"/>
              <a:buNone/>
              <a:defRPr b="1" sz="2200">
                <a:latin typeface="Montserrat"/>
                <a:ea typeface="Montserrat"/>
                <a:cs typeface="Montserrat"/>
                <a:sym typeface="Montserrat"/>
              </a:defRPr>
            </a:lvl1pPr>
            <a:lvl2pPr lvl="1"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2pPr>
            <a:lvl3pPr lvl="2"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3pPr>
            <a:lvl4pPr lvl="3"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4pPr>
            <a:lvl5pPr lvl="4"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5pPr>
            <a:lvl6pPr lvl="5"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6pPr>
            <a:lvl7pPr lvl="6"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7pPr>
            <a:lvl8pPr lvl="7"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8pPr>
            <a:lvl9pPr lvl="8"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9pPr>
          </a:lstStyle>
          <a:p/>
        </p:txBody>
      </p:sp>
      <p:sp>
        <p:nvSpPr>
          <p:cNvPr id="185" name="Google Shape;185;p15"/>
          <p:cNvSpPr txBox="1"/>
          <p:nvPr>
            <p:ph idx="2" type="subTitle"/>
          </p:nvPr>
        </p:nvSpPr>
        <p:spPr>
          <a:xfrm>
            <a:off x="1048988" y="2642660"/>
            <a:ext cx="2331600" cy="535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2"/>
              </a:buClr>
              <a:buSzPts val="2000"/>
              <a:buFont typeface="Montserrat"/>
              <a:buNone/>
              <a:defRPr b="1" sz="2200">
                <a:latin typeface="Montserrat"/>
                <a:ea typeface="Montserrat"/>
                <a:cs typeface="Montserrat"/>
                <a:sym typeface="Montserrat"/>
              </a:defRPr>
            </a:lvl1pPr>
            <a:lvl2pPr lvl="1"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2pPr>
            <a:lvl3pPr lvl="2"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3pPr>
            <a:lvl4pPr lvl="3"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4pPr>
            <a:lvl5pPr lvl="4"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5pPr>
            <a:lvl6pPr lvl="5"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6pPr>
            <a:lvl7pPr lvl="6"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7pPr>
            <a:lvl8pPr lvl="7"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8pPr>
            <a:lvl9pPr lvl="8"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9pPr>
          </a:lstStyle>
          <a:p/>
        </p:txBody>
      </p:sp>
      <p:sp>
        <p:nvSpPr>
          <p:cNvPr id="186" name="Google Shape;186;p15"/>
          <p:cNvSpPr txBox="1"/>
          <p:nvPr>
            <p:ph idx="3" type="subTitle"/>
          </p:nvPr>
        </p:nvSpPr>
        <p:spPr>
          <a:xfrm>
            <a:off x="5763401" y="2642660"/>
            <a:ext cx="2331600" cy="535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lt2"/>
              </a:buClr>
              <a:buSzPts val="2000"/>
              <a:buFont typeface="Montserrat"/>
              <a:buNone/>
              <a:defRPr b="1" sz="2200">
                <a:latin typeface="Montserrat"/>
                <a:ea typeface="Montserrat"/>
                <a:cs typeface="Montserrat"/>
                <a:sym typeface="Montserrat"/>
              </a:defRPr>
            </a:lvl1pPr>
            <a:lvl2pPr lvl="1"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2pPr>
            <a:lvl3pPr lvl="2"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3pPr>
            <a:lvl4pPr lvl="3"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4pPr>
            <a:lvl5pPr lvl="4"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5pPr>
            <a:lvl6pPr lvl="5"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6pPr>
            <a:lvl7pPr lvl="6"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7pPr>
            <a:lvl8pPr lvl="7"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8pPr>
            <a:lvl9pPr lvl="8" rtl="0" algn="ctr">
              <a:spcBef>
                <a:spcPts val="0"/>
              </a:spcBef>
              <a:spcAft>
                <a:spcPts val="0"/>
              </a:spcAft>
              <a:buClr>
                <a:schemeClr val="lt2"/>
              </a:buClr>
              <a:buSzPts val="2000"/>
              <a:buFont typeface="Montserrat"/>
              <a:buNone/>
              <a:defRPr b="1" sz="2000">
                <a:solidFill>
                  <a:schemeClr val="lt2"/>
                </a:solidFill>
                <a:latin typeface="Montserrat"/>
                <a:ea typeface="Montserrat"/>
                <a:cs typeface="Montserrat"/>
                <a:sym typeface="Montserrat"/>
              </a:defRPr>
            </a:lvl9pPr>
          </a:lstStyle>
          <a:p/>
        </p:txBody>
      </p:sp>
      <p:sp>
        <p:nvSpPr>
          <p:cNvPr id="187" name="Google Shape;187;p15"/>
          <p:cNvSpPr txBox="1"/>
          <p:nvPr>
            <p:ph idx="4" type="subTitle"/>
          </p:nvPr>
        </p:nvSpPr>
        <p:spPr>
          <a:xfrm>
            <a:off x="1049000" y="3349701"/>
            <a:ext cx="2331600" cy="86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188" name="Google Shape;188;p15"/>
          <p:cNvSpPr txBox="1"/>
          <p:nvPr>
            <p:ph idx="5" type="subTitle"/>
          </p:nvPr>
        </p:nvSpPr>
        <p:spPr>
          <a:xfrm>
            <a:off x="3406200" y="3351499"/>
            <a:ext cx="2331600" cy="86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189" name="Google Shape;189;p15"/>
          <p:cNvSpPr txBox="1"/>
          <p:nvPr>
            <p:ph idx="6" type="subTitle"/>
          </p:nvPr>
        </p:nvSpPr>
        <p:spPr>
          <a:xfrm>
            <a:off x="5763400" y="3350875"/>
            <a:ext cx="2331600" cy="86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4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190" name="Google Shape;190;p15"/>
          <p:cNvSpPr/>
          <p:nvPr/>
        </p:nvSpPr>
        <p:spPr>
          <a:xfrm flipH="1" rot="5400000">
            <a:off x="-711137" y="-2501813"/>
            <a:ext cx="6411366" cy="6132485"/>
          </a:xfrm>
          <a:custGeom>
            <a:rect b="b" l="l" r="r" t="t"/>
            <a:pathLst>
              <a:path extrusionOk="0" h="208517" w="183878">
                <a:moveTo>
                  <a:pt x="159240" y="0"/>
                </a:moveTo>
                <a:cubicBezTo>
                  <a:pt x="153253" y="2843"/>
                  <a:pt x="147568" y="6332"/>
                  <a:pt x="142356" y="10381"/>
                </a:cubicBezTo>
                <a:cubicBezTo>
                  <a:pt x="135249" y="16066"/>
                  <a:pt x="129778" y="21795"/>
                  <a:pt x="124868" y="30237"/>
                </a:cubicBezTo>
                <a:cubicBezTo>
                  <a:pt x="119958" y="38723"/>
                  <a:pt x="117460" y="49663"/>
                  <a:pt x="115134" y="59139"/>
                </a:cubicBezTo>
                <a:cubicBezTo>
                  <a:pt x="114057" y="63446"/>
                  <a:pt x="112980" y="67840"/>
                  <a:pt x="110826" y="71760"/>
                </a:cubicBezTo>
                <a:cubicBezTo>
                  <a:pt x="103159" y="85931"/>
                  <a:pt x="84853" y="89678"/>
                  <a:pt x="71630" y="98852"/>
                </a:cubicBezTo>
                <a:cubicBezTo>
                  <a:pt x="61982" y="105572"/>
                  <a:pt x="54918" y="115306"/>
                  <a:pt x="51515" y="126505"/>
                </a:cubicBezTo>
                <a:cubicBezTo>
                  <a:pt x="47423" y="140116"/>
                  <a:pt x="48500" y="156269"/>
                  <a:pt x="38550" y="166391"/>
                </a:cubicBezTo>
                <a:cubicBezTo>
                  <a:pt x="32520" y="172593"/>
                  <a:pt x="23647" y="174962"/>
                  <a:pt x="16454" y="179787"/>
                </a:cubicBezTo>
                <a:cubicBezTo>
                  <a:pt x="7064" y="186032"/>
                  <a:pt x="991" y="197274"/>
                  <a:pt x="0" y="208516"/>
                </a:cubicBezTo>
                <a:lnTo>
                  <a:pt x="183878" y="208516"/>
                </a:lnTo>
                <a:lnTo>
                  <a:pt x="183878" y="0"/>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5"/>
          <p:cNvSpPr/>
          <p:nvPr/>
        </p:nvSpPr>
        <p:spPr>
          <a:xfrm flipH="1" rot="-4592020">
            <a:off x="7848941" y="81971"/>
            <a:ext cx="6411577" cy="6132638"/>
          </a:xfrm>
          <a:custGeom>
            <a:rect b="b" l="l" r="r" t="t"/>
            <a:pathLst>
              <a:path extrusionOk="0" h="208517" w="183878">
                <a:moveTo>
                  <a:pt x="159240" y="0"/>
                </a:moveTo>
                <a:cubicBezTo>
                  <a:pt x="153253" y="2843"/>
                  <a:pt x="147568" y="6332"/>
                  <a:pt x="142356" y="10381"/>
                </a:cubicBezTo>
                <a:cubicBezTo>
                  <a:pt x="135249" y="16066"/>
                  <a:pt x="129778" y="21795"/>
                  <a:pt x="124868" y="30237"/>
                </a:cubicBezTo>
                <a:cubicBezTo>
                  <a:pt x="119958" y="38723"/>
                  <a:pt x="117460" y="49663"/>
                  <a:pt x="115134" y="59139"/>
                </a:cubicBezTo>
                <a:cubicBezTo>
                  <a:pt x="114057" y="63446"/>
                  <a:pt x="112980" y="67840"/>
                  <a:pt x="110826" y="71760"/>
                </a:cubicBezTo>
                <a:cubicBezTo>
                  <a:pt x="103159" y="85931"/>
                  <a:pt x="84853" y="89678"/>
                  <a:pt x="71630" y="98852"/>
                </a:cubicBezTo>
                <a:cubicBezTo>
                  <a:pt x="61982" y="105572"/>
                  <a:pt x="54918" y="115306"/>
                  <a:pt x="51515" y="126505"/>
                </a:cubicBezTo>
                <a:cubicBezTo>
                  <a:pt x="47423" y="140116"/>
                  <a:pt x="48500" y="156269"/>
                  <a:pt x="38550" y="166391"/>
                </a:cubicBezTo>
                <a:cubicBezTo>
                  <a:pt x="32520" y="172593"/>
                  <a:pt x="23647" y="174962"/>
                  <a:pt x="16454" y="179787"/>
                </a:cubicBezTo>
                <a:cubicBezTo>
                  <a:pt x="7064" y="186032"/>
                  <a:pt x="991" y="197274"/>
                  <a:pt x="0" y="208516"/>
                </a:cubicBezTo>
                <a:lnTo>
                  <a:pt x="183878" y="208516"/>
                </a:lnTo>
                <a:lnTo>
                  <a:pt x="183878" y="0"/>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5"/>
          <p:cNvSpPr/>
          <p:nvPr/>
        </p:nvSpPr>
        <p:spPr>
          <a:xfrm rot="1586888">
            <a:off x="7312589" y="4479536"/>
            <a:ext cx="1423615" cy="1423576"/>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5"/>
          <p:cNvSpPr/>
          <p:nvPr/>
        </p:nvSpPr>
        <p:spPr>
          <a:xfrm>
            <a:off x="320678" y="4298004"/>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5"/>
          <p:cNvSpPr/>
          <p:nvPr/>
        </p:nvSpPr>
        <p:spPr>
          <a:xfrm>
            <a:off x="7720415" y="-212621"/>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5"/>
          <p:cNvSpPr/>
          <p:nvPr/>
        </p:nvSpPr>
        <p:spPr>
          <a:xfrm>
            <a:off x="1061012" y="-906584"/>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5"/>
          <p:cNvSpPr/>
          <p:nvPr/>
        </p:nvSpPr>
        <p:spPr>
          <a:xfrm>
            <a:off x="2451854" y="469177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5"/>
          <p:cNvSpPr/>
          <p:nvPr/>
        </p:nvSpPr>
        <p:spPr>
          <a:xfrm rot="1586888">
            <a:off x="6990750" y="5051613"/>
            <a:ext cx="451692" cy="451731"/>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5"/>
          <p:cNvSpPr/>
          <p:nvPr/>
        </p:nvSpPr>
        <p:spPr>
          <a:xfrm flipH="1">
            <a:off x="8636922" y="1627125"/>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9" name="Google Shape;199;p15"/>
          <p:cNvGrpSpPr/>
          <p:nvPr/>
        </p:nvGrpSpPr>
        <p:grpSpPr>
          <a:xfrm flipH="1">
            <a:off x="-700240" y="1939232"/>
            <a:ext cx="1265051" cy="1265051"/>
            <a:chOff x="3912750" y="637550"/>
            <a:chExt cx="947533" cy="947533"/>
          </a:xfrm>
        </p:grpSpPr>
        <p:sp>
          <p:nvSpPr>
            <p:cNvPr id="200" name="Google Shape;200;p15"/>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5"/>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2" name="Google Shape;202;p15"/>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26">
    <p:spTree>
      <p:nvGrpSpPr>
        <p:cNvPr id="203" name="Shape 203"/>
        <p:cNvGrpSpPr/>
        <p:nvPr/>
      </p:nvGrpSpPr>
      <p:grpSpPr>
        <a:xfrm>
          <a:off x="0" y="0"/>
          <a:ext cx="0" cy="0"/>
          <a:chOff x="0" y="0"/>
          <a:chExt cx="0" cy="0"/>
        </a:xfrm>
      </p:grpSpPr>
      <p:sp>
        <p:nvSpPr>
          <p:cNvPr id="204" name="Google Shape;204;p16"/>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6"/>
          <p:cNvSpPr/>
          <p:nvPr/>
        </p:nvSpPr>
        <p:spPr>
          <a:xfrm rot="-1910737">
            <a:off x="381301" y="2193721"/>
            <a:ext cx="8381397" cy="5505783"/>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6"/>
          <p:cNvSpPr/>
          <p:nvPr/>
        </p:nvSpPr>
        <p:spPr>
          <a:xfrm flipH="1" rot="10800000">
            <a:off x="-3279640" y="-1060475"/>
            <a:ext cx="7437684" cy="3930907"/>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6"/>
          <p:cNvSpPr txBox="1"/>
          <p:nvPr>
            <p:ph type="title"/>
          </p:nvPr>
        </p:nvSpPr>
        <p:spPr>
          <a:xfrm>
            <a:off x="922254" y="2625075"/>
            <a:ext cx="1892400" cy="4914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208" name="Google Shape;208;p16"/>
          <p:cNvSpPr txBox="1"/>
          <p:nvPr>
            <p:ph idx="1" type="subTitle"/>
          </p:nvPr>
        </p:nvSpPr>
        <p:spPr>
          <a:xfrm>
            <a:off x="922254" y="3230011"/>
            <a:ext cx="1892400" cy="78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Char char="●"/>
              <a:defRPr sz="15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209" name="Google Shape;209;p16"/>
          <p:cNvSpPr txBox="1"/>
          <p:nvPr>
            <p:ph idx="2" type="title"/>
          </p:nvPr>
        </p:nvSpPr>
        <p:spPr>
          <a:xfrm>
            <a:off x="3535624" y="2625075"/>
            <a:ext cx="1894800" cy="4914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210" name="Google Shape;210;p16"/>
          <p:cNvSpPr txBox="1"/>
          <p:nvPr>
            <p:ph idx="3" type="subTitle"/>
          </p:nvPr>
        </p:nvSpPr>
        <p:spPr>
          <a:xfrm>
            <a:off x="3535624" y="3230013"/>
            <a:ext cx="1894800" cy="78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Char char="●"/>
              <a:defRPr sz="15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211" name="Google Shape;211;p16"/>
          <p:cNvSpPr txBox="1"/>
          <p:nvPr>
            <p:ph idx="4" type="title"/>
          </p:nvPr>
        </p:nvSpPr>
        <p:spPr>
          <a:xfrm>
            <a:off x="6151396" y="2623175"/>
            <a:ext cx="1892400" cy="491400"/>
          </a:xfrm>
          <a:prstGeom prst="rect">
            <a:avLst/>
          </a:prstGeom>
        </p:spPr>
        <p:txBody>
          <a:bodyPr anchorCtr="0" anchor="ctr" bIns="91425" lIns="91425" spcFirstLastPara="1" rIns="91425" wrap="square" tIns="91425">
            <a:noAutofit/>
          </a:bodyPr>
          <a:lstStyle>
            <a:lvl1pPr lvl="0" rtl="0">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212" name="Google Shape;212;p16"/>
          <p:cNvSpPr txBox="1"/>
          <p:nvPr>
            <p:ph idx="5" type="subTitle"/>
          </p:nvPr>
        </p:nvSpPr>
        <p:spPr>
          <a:xfrm>
            <a:off x="6151396" y="3228113"/>
            <a:ext cx="1892400" cy="784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Char char="●"/>
              <a:defRPr sz="15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213" name="Google Shape;213;p16"/>
          <p:cNvSpPr txBox="1"/>
          <p:nvPr>
            <p:ph idx="6"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4" name="Google Shape;214;p16"/>
          <p:cNvSpPr/>
          <p:nvPr/>
        </p:nvSpPr>
        <p:spPr>
          <a:xfrm flipH="1">
            <a:off x="-222265" y="4373766"/>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6"/>
          <p:cNvSpPr/>
          <p:nvPr/>
        </p:nvSpPr>
        <p:spPr>
          <a:xfrm flipH="1">
            <a:off x="8430736" y="4"/>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6"/>
          <p:cNvSpPr/>
          <p:nvPr/>
        </p:nvSpPr>
        <p:spPr>
          <a:xfrm flipH="1">
            <a:off x="-466875" y="206279"/>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6"/>
          <p:cNvSpPr/>
          <p:nvPr/>
        </p:nvSpPr>
        <p:spPr>
          <a:xfrm flipH="1">
            <a:off x="7651236" y="481572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6"/>
          <p:cNvSpPr/>
          <p:nvPr/>
        </p:nvSpPr>
        <p:spPr>
          <a:xfrm flipH="1">
            <a:off x="-952832" y="656409"/>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6"/>
          <p:cNvSpPr/>
          <p:nvPr/>
        </p:nvSpPr>
        <p:spPr>
          <a:xfrm flipH="1">
            <a:off x="8900668" y="252170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0" name="Google Shape;220;p16"/>
          <p:cNvGrpSpPr/>
          <p:nvPr/>
        </p:nvGrpSpPr>
        <p:grpSpPr>
          <a:xfrm flipH="1">
            <a:off x="4886351" y="4720557"/>
            <a:ext cx="1265051" cy="1265051"/>
            <a:chOff x="3912750" y="637550"/>
            <a:chExt cx="947533" cy="947533"/>
          </a:xfrm>
        </p:grpSpPr>
        <p:sp>
          <p:nvSpPr>
            <p:cNvPr id="221" name="Google Shape;221;p16"/>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6"/>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30">
    <p:spTree>
      <p:nvGrpSpPr>
        <p:cNvPr id="223" name="Shape 223"/>
        <p:cNvGrpSpPr/>
        <p:nvPr/>
      </p:nvGrpSpPr>
      <p:grpSpPr>
        <a:xfrm>
          <a:off x="0" y="0"/>
          <a:ext cx="0" cy="0"/>
          <a:chOff x="0" y="0"/>
          <a:chExt cx="0" cy="0"/>
        </a:xfrm>
      </p:grpSpPr>
      <p:sp>
        <p:nvSpPr>
          <p:cNvPr id="224" name="Google Shape;224;p17"/>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7"/>
          <p:cNvSpPr/>
          <p:nvPr/>
        </p:nvSpPr>
        <p:spPr>
          <a:xfrm rot="-613286">
            <a:off x="4362205" y="-109768"/>
            <a:ext cx="6411529" cy="6132281"/>
          </a:xfrm>
          <a:custGeom>
            <a:rect b="b" l="l" r="r" t="t"/>
            <a:pathLst>
              <a:path extrusionOk="0" h="208517" w="183878">
                <a:moveTo>
                  <a:pt x="159240" y="0"/>
                </a:moveTo>
                <a:cubicBezTo>
                  <a:pt x="153253" y="2843"/>
                  <a:pt x="147568" y="6332"/>
                  <a:pt x="142356" y="10381"/>
                </a:cubicBezTo>
                <a:cubicBezTo>
                  <a:pt x="135249" y="16066"/>
                  <a:pt x="129778" y="21795"/>
                  <a:pt x="124868" y="30237"/>
                </a:cubicBezTo>
                <a:cubicBezTo>
                  <a:pt x="119958" y="38723"/>
                  <a:pt x="117460" y="49663"/>
                  <a:pt x="115134" y="59139"/>
                </a:cubicBezTo>
                <a:cubicBezTo>
                  <a:pt x="114057" y="63446"/>
                  <a:pt x="112980" y="67840"/>
                  <a:pt x="110826" y="71760"/>
                </a:cubicBezTo>
                <a:cubicBezTo>
                  <a:pt x="103159" y="85931"/>
                  <a:pt x="84853" y="89678"/>
                  <a:pt x="71630" y="98852"/>
                </a:cubicBezTo>
                <a:cubicBezTo>
                  <a:pt x="61982" y="105572"/>
                  <a:pt x="54918" y="115306"/>
                  <a:pt x="51515" y="126505"/>
                </a:cubicBezTo>
                <a:cubicBezTo>
                  <a:pt x="47423" y="140116"/>
                  <a:pt x="48500" y="156269"/>
                  <a:pt x="38550" y="166391"/>
                </a:cubicBezTo>
                <a:cubicBezTo>
                  <a:pt x="32520" y="172593"/>
                  <a:pt x="23647" y="174962"/>
                  <a:pt x="16454" y="179787"/>
                </a:cubicBezTo>
                <a:cubicBezTo>
                  <a:pt x="7064" y="186032"/>
                  <a:pt x="991" y="197274"/>
                  <a:pt x="0" y="208516"/>
                </a:cubicBezTo>
                <a:lnTo>
                  <a:pt x="183878" y="208516"/>
                </a:lnTo>
                <a:lnTo>
                  <a:pt x="183878" y="0"/>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7"/>
          <p:cNvSpPr txBox="1"/>
          <p:nvPr>
            <p:ph type="title"/>
          </p:nvPr>
        </p:nvSpPr>
        <p:spPr>
          <a:xfrm>
            <a:off x="3403083" y="2033125"/>
            <a:ext cx="1698600" cy="4914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227" name="Google Shape;227;p17"/>
          <p:cNvSpPr txBox="1"/>
          <p:nvPr>
            <p:ph idx="1" type="subTitle"/>
          </p:nvPr>
        </p:nvSpPr>
        <p:spPr>
          <a:xfrm>
            <a:off x="5101675" y="2033125"/>
            <a:ext cx="3387000" cy="491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Char char="●"/>
              <a:defRPr sz="14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228" name="Google Shape;228;p17"/>
          <p:cNvSpPr txBox="1"/>
          <p:nvPr>
            <p:ph idx="2" type="title"/>
          </p:nvPr>
        </p:nvSpPr>
        <p:spPr>
          <a:xfrm>
            <a:off x="3400925" y="2721475"/>
            <a:ext cx="1700700" cy="4914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229" name="Google Shape;229;p17"/>
          <p:cNvSpPr txBox="1"/>
          <p:nvPr>
            <p:ph idx="3" type="subTitle"/>
          </p:nvPr>
        </p:nvSpPr>
        <p:spPr>
          <a:xfrm>
            <a:off x="5101675" y="2721475"/>
            <a:ext cx="3387000" cy="491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Char char="●"/>
              <a:defRPr sz="14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230" name="Google Shape;230;p17"/>
          <p:cNvSpPr txBox="1"/>
          <p:nvPr>
            <p:ph idx="4" type="title"/>
          </p:nvPr>
        </p:nvSpPr>
        <p:spPr>
          <a:xfrm>
            <a:off x="3401999" y="3415050"/>
            <a:ext cx="1698600" cy="4914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000"/>
              <a:buNone/>
              <a:defRPr sz="2000"/>
            </a:lvl1pPr>
            <a:lvl2pPr lvl="1" rtl="0">
              <a:spcBef>
                <a:spcPts val="0"/>
              </a:spcBef>
              <a:spcAft>
                <a:spcPts val="0"/>
              </a:spcAft>
              <a:buSzPts val="2000"/>
              <a:buNone/>
              <a:defRPr sz="2000"/>
            </a:lvl2pPr>
            <a:lvl3pPr lvl="2" rtl="0">
              <a:spcBef>
                <a:spcPts val="0"/>
              </a:spcBef>
              <a:spcAft>
                <a:spcPts val="0"/>
              </a:spcAft>
              <a:buSzPts val="2000"/>
              <a:buNone/>
              <a:defRPr sz="2000"/>
            </a:lvl3pPr>
            <a:lvl4pPr lvl="3" rtl="0">
              <a:spcBef>
                <a:spcPts val="0"/>
              </a:spcBef>
              <a:spcAft>
                <a:spcPts val="0"/>
              </a:spcAft>
              <a:buSzPts val="2000"/>
              <a:buNone/>
              <a:defRPr sz="2000"/>
            </a:lvl4pPr>
            <a:lvl5pPr lvl="4" rtl="0">
              <a:spcBef>
                <a:spcPts val="0"/>
              </a:spcBef>
              <a:spcAft>
                <a:spcPts val="0"/>
              </a:spcAft>
              <a:buSzPts val="2000"/>
              <a:buNone/>
              <a:defRPr sz="2000"/>
            </a:lvl5pPr>
            <a:lvl6pPr lvl="5" rtl="0">
              <a:spcBef>
                <a:spcPts val="0"/>
              </a:spcBef>
              <a:spcAft>
                <a:spcPts val="0"/>
              </a:spcAft>
              <a:buSzPts val="2000"/>
              <a:buNone/>
              <a:defRPr sz="2000"/>
            </a:lvl6pPr>
            <a:lvl7pPr lvl="6" rtl="0">
              <a:spcBef>
                <a:spcPts val="0"/>
              </a:spcBef>
              <a:spcAft>
                <a:spcPts val="0"/>
              </a:spcAft>
              <a:buSzPts val="2000"/>
              <a:buNone/>
              <a:defRPr sz="2000"/>
            </a:lvl7pPr>
            <a:lvl8pPr lvl="7" rtl="0">
              <a:spcBef>
                <a:spcPts val="0"/>
              </a:spcBef>
              <a:spcAft>
                <a:spcPts val="0"/>
              </a:spcAft>
              <a:buSzPts val="2000"/>
              <a:buNone/>
              <a:defRPr sz="2000"/>
            </a:lvl8pPr>
            <a:lvl9pPr lvl="8" rtl="0">
              <a:spcBef>
                <a:spcPts val="0"/>
              </a:spcBef>
              <a:spcAft>
                <a:spcPts val="0"/>
              </a:spcAft>
              <a:buSzPts val="2000"/>
              <a:buNone/>
              <a:defRPr sz="2000"/>
            </a:lvl9pPr>
          </a:lstStyle>
          <a:p/>
        </p:txBody>
      </p:sp>
      <p:sp>
        <p:nvSpPr>
          <p:cNvPr id="231" name="Google Shape;231;p17"/>
          <p:cNvSpPr txBox="1"/>
          <p:nvPr>
            <p:ph idx="5" type="subTitle"/>
          </p:nvPr>
        </p:nvSpPr>
        <p:spPr>
          <a:xfrm>
            <a:off x="5101675" y="3404550"/>
            <a:ext cx="3387000" cy="512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Char char="●"/>
              <a:defRPr sz="14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232" name="Google Shape;232;p17"/>
          <p:cNvSpPr txBox="1"/>
          <p:nvPr>
            <p:ph idx="6"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3" name="Google Shape;233;p17"/>
          <p:cNvSpPr/>
          <p:nvPr/>
        </p:nvSpPr>
        <p:spPr>
          <a:xfrm>
            <a:off x="13623" y="4587654"/>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7"/>
          <p:cNvSpPr/>
          <p:nvPr/>
        </p:nvSpPr>
        <p:spPr>
          <a:xfrm>
            <a:off x="2861435" y="4941991"/>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7"/>
          <p:cNvSpPr/>
          <p:nvPr/>
        </p:nvSpPr>
        <p:spPr>
          <a:xfrm>
            <a:off x="8265511" y="-402529"/>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6" name="Google Shape;236;p17"/>
          <p:cNvGrpSpPr/>
          <p:nvPr/>
        </p:nvGrpSpPr>
        <p:grpSpPr>
          <a:xfrm>
            <a:off x="-234300" y="637550"/>
            <a:ext cx="947533" cy="947533"/>
            <a:chOff x="3912750" y="637550"/>
            <a:chExt cx="947533" cy="947533"/>
          </a:xfrm>
        </p:grpSpPr>
        <p:sp>
          <p:nvSpPr>
            <p:cNvPr id="237" name="Google Shape;237;p17"/>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7"/>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9" name="Google Shape;239;p17"/>
          <p:cNvSpPr/>
          <p:nvPr/>
        </p:nvSpPr>
        <p:spPr>
          <a:xfrm>
            <a:off x="6099475" y="479170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7"/>
          <p:cNvSpPr/>
          <p:nvPr/>
        </p:nvSpPr>
        <p:spPr>
          <a:xfrm flipH="1" rot="8100000">
            <a:off x="-5159185" y="3273313"/>
            <a:ext cx="7437668" cy="3930898"/>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2">
    <p:spTree>
      <p:nvGrpSpPr>
        <p:cNvPr id="241" name="Shape 241"/>
        <p:cNvGrpSpPr/>
        <p:nvPr/>
      </p:nvGrpSpPr>
      <p:grpSpPr>
        <a:xfrm>
          <a:off x="0" y="0"/>
          <a:ext cx="0" cy="0"/>
          <a:chOff x="0" y="0"/>
          <a:chExt cx="0" cy="0"/>
        </a:xfrm>
      </p:grpSpPr>
      <p:sp>
        <p:nvSpPr>
          <p:cNvPr id="242" name="Google Shape;242;p18"/>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8"/>
          <p:cNvSpPr/>
          <p:nvPr/>
        </p:nvSpPr>
        <p:spPr>
          <a:xfrm flipH="1">
            <a:off x="1277285" y="2213150"/>
            <a:ext cx="7437684" cy="3930907"/>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8"/>
          <p:cNvSpPr txBox="1"/>
          <p:nvPr>
            <p:ph type="title"/>
          </p:nvPr>
        </p:nvSpPr>
        <p:spPr>
          <a:xfrm>
            <a:off x="821350" y="2706000"/>
            <a:ext cx="1745400" cy="461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6"/>
              </a:buClr>
              <a:buSzPts val="2800"/>
              <a:buNone/>
              <a:defRPr sz="2200"/>
            </a:lvl1pPr>
            <a:lvl2pPr lvl="1" rtl="0" algn="ctr">
              <a:spcBef>
                <a:spcPts val="0"/>
              </a:spcBef>
              <a:spcAft>
                <a:spcPts val="0"/>
              </a:spcAft>
              <a:buClr>
                <a:schemeClr val="accent6"/>
              </a:buClr>
              <a:buSzPts val="2800"/>
              <a:buNone/>
              <a:defRPr>
                <a:solidFill>
                  <a:schemeClr val="accent6"/>
                </a:solidFill>
              </a:defRPr>
            </a:lvl2pPr>
            <a:lvl3pPr lvl="2" rtl="0" algn="ctr">
              <a:spcBef>
                <a:spcPts val="0"/>
              </a:spcBef>
              <a:spcAft>
                <a:spcPts val="0"/>
              </a:spcAft>
              <a:buClr>
                <a:schemeClr val="accent6"/>
              </a:buClr>
              <a:buSzPts val="2800"/>
              <a:buNone/>
              <a:defRPr>
                <a:solidFill>
                  <a:schemeClr val="accent6"/>
                </a:solidFill>
              </a:defRPr>
            </a:lvl3pPr>
            <a:lvl4pPr lvl="3" rtl="0" algn="ctr">
              <a:spcBef>
                <a:spcPts val="0"/>
              </a:spcBef>
              <a:spcAft>
                <a:spcPts val="0"/>
              </a:spcAft>
              <a:buClr>
                <a:schemeClr val="accent6"/>
              </a:buClr>
              <a:buSzPts val="2800"/>
              <a:buNone/>
              <a:defRPr>
                <a:solidFill>
                  <a:schemeClr val="accent6"/>
                </a:solidFill>
              </a:defRPr>
            </a:lvl4pPr>
            <a:lvl5pPr lvl="4" rtl="0" algn="ctr">
              <a:spcBef>
                <a:spcPts val="0"/>
              </a:spcBef>
              <a:spcAft>
                <a:spcPts val="0"/>
              </a:spcAft>
              <a:buClr>
                <a:schemeClr val="accent6"/>
              </a:buClr>
              <a:buSzPts val="2800"/>
              <a:buNone/>
              <a:defRPr>
                <a:solidFill>
                  <a:schemeClr val="accent6"/>
                </a:solidFill>
              </a:defRPr>
            </a:lvl5pPr>
            <a:lvl6pPr lvl="5" rtl="0" algn="ctr">
              <a:spcBef>
                <a:spcPts val="0"/>
              </a:spcBef>
              <a:spcAft>
                <a:spcPts val="0"/>
              </a:spcAft>
              <a:buClr>
                <a:schemeClr val="accent6"/>
              </a:buClr>
              <a:buSzPts val="2800"/>
              <a:buNone/>
              <a:defRPr>
                <a:solidFill>
                  <a:schemeClr val="accent6"/>
                </a:solidFill>
              </a:defRPr>
            </a:lvl6pPr>
            <a:lvl7pPr lvl="6" rtl="0" algn="ctr">
              <a:spcBef>
                <a:spcPts val="0"/>
              </a:spcBef>
              <a:spcAft>
                <a:spcPts val="0"/>
              </a:spcAft>
              <a:buClr>
                <a:schemeClr val="accent6"/>
              </a:buClr>
              <a:buSzPts val="2800"/>
              <a:buNone/>
              <a:defRPr>
                <a:solidFill>
                  <a:schemeClr val="accent6"/>
                </a:solidFill>
              </a:defRPr>
            </a:lvl7pPr>
            <a:lvl8pPr lvl="7" rtl="0" algn="ctr">
              <a:spcBef>
                <a:spcPts val="0"/>
              </a:spcBef>
              <a:spcAft>
                <a:spcPts val="0"/>
              </a:spcAft>
              <a:buClr>
                <a:schemeClr val="accent6"/>
              </a:buClr>
              <a:buSzPts val="2800"/>
              <a:buNone/>
              <a:defRPr>
                <a:solidFill>
                  <a:schemeClr val="accent6"/>
                </a:solidFill>
              </a:defRPr>
            </a:lvl8pPr>
            <a:lvl9pPr lvl="8" rtl="0" algn="ctr">
              <a:spcBef>
                <a:spcPts val="0"/>
              </a:spcBef>
              <a:spcAft>
                <a:spcPts val="0"/>
              </a:spcAft>
              <a:buClr>
                <a:schemeClr val="accent6"/>
              </a:buClr>
              <a:buSzPts val="2800"/>
              <a:buNone/>
              <a:defRPr>
                <a:solidFill>
                  <a:schemeClr val="accent6"/>
                </a:solidFill>
              </a:defRPr>
            </a:lvl9pPr>
          </a:lstStyle>
          <a:p/>
        </p:txBody>
      </p:sp>
      <p:sp>
        <p:nvSpPr>
          <p:cNvPr id="245" name="Google Shape;245;p18"/>
          <p:cNvSpPr txBox="1"/>
          <p:nvPr>
            <p:ph idx="2" type="title"/>
          </p:nvPr>
        </p:nvSpPr>
        <p:spPr>
          <a:xfrm>
            <a:off x="2739967" y="2706000"/>
            <a:ext cx="1745400" cy="461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6"/>
              </a:buClr>
              <a:buSzPts val="2800"/>
              <a:buNone/>
              <a:defRPr sz="2200"/>
            </a:lvl1pPr>
            <a:lvl2pPr lvl="1" rtl="0" algn="ctr">
              <a:spcBef>
                <a:spcPts val="0"/>
              </a:spcBef>
              <a:spcAft>
                <a:spcPts val="0"/>
              </a:spcAft>
              <a:buClr>
                <a:schemeClr val="accent6"/>
              </a:buClr>
              <a:buSzPts val="2800"/>
              <a:buNone/>
              <a:defRPr>
                <a:solidFill>
                  <a:schemeClr val="accent6"/>
                </a:solidFill>
              </a:defRPr>
            </a:lvl2pPr>
            <a:lvl3pPr lvl="2" rtl="0" algn="ctr">
              <a:spcBef>
                <a:spcPts val="0"/>
              </a:spcBef>
              <a:spcAft>
                <a:spcPts val="0"/>
              </a:spcAft>
              <a:buClr>
                <a:schemeClr val="accent6"/>
              </a:buClr>
              <a:buSzPts val="2800"/>
              <a:buNone/>
              <a:defRPr>
                <a:solidFill>
                  <a:schemeClr val="accent6"/>
                </a:solidFill>
              </a:defRPr>
            </a:lvl3pPr>
            <a:lvl4pPr lvl="3" rtl="0" algn="ctr">
              <a:spcBef>
                <a:spcPts val="0"/>
              </a:spcBef>
              <a:spcAft>
                <a:spcPts val="0"/>
              </a:spcAft>
              <a:buClr>
                <a:schemeClr val="accent6"/>
              </a:buClr>
              <a:buSzPts val="2800"/>
              <a:buNone/>
              <a:defRPr>
                <a:solidFill>
                  <a:schemeClr val="accent6"/>
                </a:solidFill>
              </a:defRPr>
            </a:lvl4pPr>
            <a:lvl5pPr lvl="4" rtl="0" algn="ctr">
              <a:spcBef>
                <a:spcPts val="0"/>
              </a:spcBef>
              <a:spcAft>
                <a:spcPts val="0"/>
              </a:spcAft>
              <a:buClr>
                <a:schemeClr val="accent6"/>
              </a:buClr>
              <a:buSzPts val="2800"/>
              <a:buNone/>
              <a:defRPr>
                <a:solidFill>
                  <a:schemeClr val="accent6"/>
                </a:solidFill>
              </a:defRPr>
            </a:lvl5pPr>
            <a:lvl6pPr lvl="5" rtl="0" algn="ctr">
              <a:spcBef>
                <a:spcPts val="0"/>
              </a:spcBef>
              <a:spcAft>
                <a:spcPts val="0"/>
              </a:spcAft>
              <a:buClr>
                <a:schemeClr val="accent6"/>
              </a:buClr>
              <a:buSzPts val="2800"/>
              <a:buNone/>
              <a:defRPr>
                <a:solidFill>
                  <a:schemeClr val="accent6"/>
                </a:solidFill>
              </a:defRPr>
            </a:lvl6pPr>
            <a:lvl7pPr lvl="6" rtl="0" algn="ctr">
              <a:spcBef>
                <a:spcPts val="0"/>
              </a:spcBef>
              <a:spcAft>
                <a:spcPts val="0"/>
              </a:spcAft>
              <a:buClr>
                <a:schemeClr val="accent6"/>
              </a:buClr>
              <a:buSzPts val="2800"/>
              <a:buNone/>
              <a:defRPr>
                <a:solidFill>
                  <a:schemeClr val="accent6"/>
                </a:solidFill>
              </a:defRPr>
            </a:lvl7pPr>
            <a:lvl8pPr lvl="7" rtl="0" algn="ctr">
              <a:spcBef>
                <a:spcPts val="0"/>
              </a:spcBef>
              <a:spcAft>
                <a:spcPts val="0"/>
              </a:spcAft>
              <a:buClr>
                <a:schemeClr val="accent6"/>
              </a:buClr>
              <a:buSzPts val="2800"/>
              <a:buNone/>
              <a:defRPr>
                <a:solidFill>
                  <a:schemeClr val="accent6"/>
                </a:solidFill>
              </a:defRPr>
            </a:lvl8pPr>
            <a:lvl9pPr lvl="8" rtl="0" algn="ctr">
              <a:spcBef>
                <a:spcPts val="0"/>
              </a:spcBef>
              <a:spcAft>
                <a:spcPts val="0"/>
              </a:spcAft>
              <a:buClr>
                <a:schemeClr val="accent6"/>
              </a:buClr>
              <a:buSzPts val="2800"/>
              <a:buNone/>
              <a:defRPr>
                <a:solidFill>
                  <a:schemeClr val="accent6"/>
                </a:solidFill>
              </a:defRPr>
            </a:lvl9pPr>
          </a:lstStyle>
          <a:p/>
        </p:txBody>
      </p:sp>
      <p:sp>
        <p:nvSpPr>
          <p:cNvPr id="246" name="Google Shape;246;p18"/>
          <p:cNvSpPr txBox="1"/>
          <p:nvPr>
            <p:ph idx="3" type="title"/>
          </p:nvPr>
        </p:nvSpPr>
        <p:spPr>
          <a:xfrm>
            <a:off x="4658583" y="2706000"/>
            <a:ext cx="1745400" cy="4617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6"/>
              </a:buClr>
              <a:buSzPts val="2800"/>
              <a:buNone/>
              <a:defRPr sz="2200"/>
            </a:lvl1pPr>
            <a:lvl2pPr lvl="1" rtl="0" algn="ctr">
              <a:spcBef>
                <a:spcPts val="0"/>
              </a:spcBef>
              <a:spcAft>
                <a:spcPts val="0"/>
              </a:spcAft>
              <a:buClr>
                <a:schemeClr val="accent6"/>
              </a:buClr>
              <a:buSzPts val="2800"/>
              <a:buNone/>
              <a:defRPr>
                <a:solidFill>
                  <a:schemeClr val="accent6"/>
                </a:solidFill>
              </a:defRPr>
            </a:lvl2pPr>
            <a:lvl3pPr lvl="2" rtl="0" algn="ctr">
              <a:spcBef>
                <a:spcPts val="0"/>
              </a:spcBef>
              <a:spcAft>
                <a:spcPts val="0"/>
              </a:spcAft>
              <a:buClr>
                <a:schemeClr val="accent6"/>
              </a:buClr>
              <a:buSzPts val="2800"/>
              <a:buNone/>
              <a:defRPr>
                <a:solidFill>
                  <a:schemeClr val="accent6"/>
                </a:solidFill>
              </a:defRPr>
            </a:lvl3pPr>
            <a:lvl4pPr lvl="3" rtl="0" algn="ctr">
              <a:spcBef>
                <a:spcPts val="0"/>
              </a:spcBef>
              <a:spcAft>
                <a:spcPts val="0"/>
              </a:spcAft>
              <a:buClr>
                <a:schemeClr val="accent6"/>
              </a:buClr>
              <a:buSzPts val="2800"/>
              <a:buNone/>
              <a:defRPr>
                <a:solidFill>
                  <a:schemeClr val="accent6"/>
                </a:solidFill>
              </a:defRPr>
            </a:lvl4pPr>
            <a:lvl5pPr lvl="4" rtl="0" algn="ctr">
              <a:spcBef>
                <a:spcPts val="0"/>
              </a:spcBef>
              <a:spcAft>
                <a:spcPts val="0"/>
              </a:spcAft>
              <a:buClr>
                <a:schemeClr val="accent6"/>
              </a:buClr>
              <a:buSzPts val="2800"/>
              <a:buNone/>
              <a:defRPr>
                <a:solidFill>
                  <a:schemeClr val="accent6"/>
                </a:solidFill>
              </a:defRPr>
            </a:lvl5pPr>
            <a:lvl6pPr lvl="5" rtl="0" algn="ctr">
              <a:spcBef>
                <a:spcPts val="0"/>
              </a:spcBef>
              <a:spcAft>
                <a:spcPts val="0"/>
              </a:spcAft>
              <a:buClr>
                <a:schemeClr val="accent6"/>
              </a:buClr>
              <a:buSzPts val="2800"/>
              <a:buNone/>
              <a:defRPr>
                <a:solidFill>
                  <a:schemeClr val="accent6"/>
                </a:solidFill>
              </a:defRPr>
            </a:lvl6pPr>
            <a:lvl7pPr lvl="6" rtl="0" algn="ctr">
              <a:spcBef>
                <a:spcPts val="0"/>
              </a:spcBef>
              <a:spcAft>
                <a:spcPts val="0"/>
              </a:spcAft>
              <a:buClr>
                <a:schemeClr val="accent6"/>
              </a:buClr>
              <a:buSzPts val="2800"/>
              <a:buNone/>
              <a:defRPr>
                <a:solidFill>
                  <a:schemeClr val="accent6"/>
                </a:solidFill>
              </a:defRPr>
            </a:lvl7pPr>
            <a:lvl8pPr lvl="7" rtl="0" algn="ctr">
              <a:spcBef>
                <a:spcPts val="0"/>
              </a:spcBef>
              <a:spcAft>
                <a:spcPts val="0"/>
              </a:spcAft>
              <a:buClr>
                <a:schemeClr val="accent6"/>
              </a:buClr>
              <a:buSzPts val="2800"/>
              <a:buNone/>
              <a:defRPr>
                <a:solidFill>
                  <a:schemeClr val="accent6"/>
                </a:solidFill>
              </a:defRPr>
            </a:lvl8pPr>
            <a:lvl9pPr lvl="8" rtl="0" algn="ctr">
              <a:spcBef>
                <a:spcPts val="0"/>
              </a:spcBef>
              <a:spcAft>
                <a:spcPts val="0"/>
              </a:spcAft>
              <a:buClr>
                <a:schemeClr val="accent6"/>
              </a:buClr>
              <a:buSzPts val="2800"/>
              <a:buNone/>
              <a:defRPr>
                <a:solidFill>
                  <a:schemeClr val="accent6"/>
                </a:solidFill>
              </a:defRPr>
            </a:lvl9pPr>
          </a:lstStyle>
          <a:p/>
        </p:txBody>
      </p:sp>
      <p:sp>
        <p:nvSpPr>
          <p:cNvPr id="247" name="Google Shape;247;p18"/>
          <p:cNvSpPr txBox="1"/>
          <p:nvPr>
            <p:ph idx="4" type="title"/>
          </p:nvPr>
        </p:nvSpPr>
        <p:spPr>
          <a:xfrm>
            <a:off x="6577200" y="2706000"/>
            <a:ext cx="1745400" cy="461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accent6"/>
              </a:buClr>
              <a:buSzPts val="2800"/>
              <a:buNone/>
              <a:defRPr sz="2200"/>
            </a:lvl1pPr>
            <a:lvl2pPr lvl="1" rtl="0" algn="ctr">
              <a:spcBef>
                <a:spcPts val="0"/>
              </a:spcBef>
              <a:spcAft>
                <a:spcPts val="0"/>
              </a:spcAft>
              <a:buClr>
                <a:schemeClr val="accent6"/>
              </a:buClr>
              <a:buSzPts val="2800"/>
              <a:buNone/>
              <a:defRPr>
                <a:solidFill>
                  <a:schemeClr val="accent6"/>
                </a:solidFill>
              </a:defRPr>
            </a:lvl2pPr>
            <a:lvl3pPr lvl="2" rtl="0" algn="ctr">
              <a:spcBef>
                <a:spcPts val="0"/>
              </a:spcBef>
              <a:spcAft>
                <a:spcPts val="0"/>
              </a:spcAft>
              <a:buClr>
                <a:schemeClr val="accent6"/>
              </a:buClr>
              <a:buSzPts val="2800"/>
              <a:buNone/>
              <a:defRPr>
                <a:solidFill>
                  <a:schemeClr val="accent6"/>
                </a:solidFill>
              </a:defRPr>
            </a:lvl3pPr>
            <a:lvl4pPr lvl="3" rtl="0" algn="ctr">
              <a:spcBef>
                <a:spcPts val="0"/>
              </a:spcBef>
              <a:spcAft>
                <a:spcPts val="0"/>
              </a:spcAft>
              <a:buClr>
                <a:schemeClr val="accent6"/>
              </a:buClr>
              <a:buSzPts val="2800"/>
              <a:buNone/>
              <a:defRPr>
                <a:solidFill>
                  <a:schemeClr val="accent6"/>
                </a:solidFill>
              </a:defRPr>
            </a:lvl4pPr>
            <a:lvl5pPr lvl="4" rtl="0" algn="ctr">
              <a:spcBef>
                <a:spcPts val="0"/>
              </a:spcBef>
              <a:spcAft>
                <a:spcPts val="0"/>
              </a:spcAft>
              <a:buClr>
                <a:schemeClr val="accent6"/>
              </a:buClr>
              <a:buSzPts val="2800"/>
              <a:buNone/>
              <a:defRPr>
                <a:solidFill>
                  <a:schemeClr val="accent6"/>
                </a:solidFill>
              </a:defRPr>
            </a:lvl5pPr>
            <a:lvl6pPr lvl="5" rtl="0" algn="ctr">
              <a:spcBef>
                <a:spcPts val="0"/>
              </a:spcBef>
              <a:spcAft>
                <a:spcPts val="0"/>
              </a:spcAft>
              <a:buClr>
                <a:schemeClr val="accent6"/>
              </a:buClr>
              <a:buSzPts val="2800"/>
              <a:buNone/>
              <a:defRPr>
                <a:solidFill>
                  <a:schemeClr val="accent6"/>
                </a:solidFill>
              </a:defRPr>
            </a:lvl6pPr>
            <a:lvl7pPr lvl="6" rtl="0" algn="ctr">
              <a:spcBef>
                <a:spcPts val="0"/>
              </a:spcBef>
              <a:spcAft>
                <a:spcPts val="0"/>
              </a:spcAft>
              <a:buClr>
                <a:schemeClr val="accent6"/>
              </a:buClr>
              <a:buSzPts val="2800"/>
              <a:buNone/>
              <a:defRPr>
                <a:solidFill>
                  <a:schemeClr val="accent6"/>
                </a:solidFill>
              </a:defRPr>
            </a:lvl7pPr>
            <a:lvl8pPr lvl="7" rtl="0" algn="ctr">
              <a:spcBef>
                <a:spcPts val="0"/>
              </a:spcBef>
              <a:spcAft>
                <a:spcPts val="0"/>
              </a:spcAft>
              <a:buClr>
                <a:schemeClr val="accent6"/>
              </a:buClr>
              <a:buSzPts val="2800"/>
              <a:buNone/>
              <a:defRPr>
                <a:solidFill>
                  <a:schemeClr val="accent6"/>
                </a:solidFill>
              </a:defRPr>
            </a:lvl8pPr>
            <a:lvl9pPr lvl="8" rtl="0" algn="ctr">
              <a:spcBef>
                <a:spcPts val="0"/>
              </a:spcBef>
              <a:spcAft>
                <a:spcPts val="0"/>
              </a:spcAft>
              <a:buClr>
                <a:schemeClr val="accent6"/>
              </a:buClr>
              <a:buSzPts val="2800"/>
              <a:buNone/>
              <a:defRPr>
                <a:solidFill>
                  <a:schemeClr val="accent6"/>
                </a:solidFill>
              </a:defRPr>
            </a:lvl9pPr>
          </a:lstStyle>
          <a:p/>
        </p:txBody>
      </p:sp>
      <p:sp>
        <p:nvSpPr>
          <p:cNvPr id="248" name="Google Shape;248;p18"/>
          <p:cNvSpPr txBox="1"/>
          <p:nvPr>
            <p:ph idx="1" type="subTitle"/>
          </p:nvPr>
        </p:nvSpPr>
        <p:spPr>
          <a:xfrm>
            <a:off x="779800" y="3317074"/>
            <a:ext cx="1828500" cy="766800"/>
          </a:xfrm>
          <a:prstGeom prst="rect">
            <a:avLst/>
          </a:prstGeom>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249" name="Google Shape;249;p18"/>
          <p:cNvSpPr txBox="1"/>
          <p:nvPr>
            <p:ph idx="5" type="subTitle"/>
          </p:nvPr>
        </p:nvSpPr>
        <p:spPr>
          <a:xfrm>
            <a:off x="2698417" y="3317085"/>
            <a:ext cx="1828500" cy="766800"/>
          </a:xfrm>
          <a:prstGeom prst="rect">
            <a:avLst/>
          </a:prstGeom>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250" name="Google Shape;250;p18"/>
          <p:cNvSpPr txBox="1"/>
          <p:nvPr>
            <p:ph idx="6" type="subTitle"/>
          </p:nvPr>
        </p:nvSpPr>
        <p:spPr>
          <a:xfrm>
            <a:off x="4617033" y="3317085"/>
            <a:ext cx="1828500" cy="766800"/>
          </a:xfrm>
          <a:prstGeom prst="rect">
            <a:avLst/>
          </a:prstGeom>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251" name="Google Shape;251;p18"/>
          <p:cNvSpPr txBox="1"/>
          <p:nvPr>
            <p:ph idx="7" type="subTitle"/>
          </p:nvPr>
        </p:nvSpPr>
        <p:spPr>
          <a:xfrm>
            <a:off x="6535650" y="3317084"/>
            <a:ext cx="1828500" cy="766800"/>
          </a:xfrm>
          <a:prstGeom prst="rect">
            <a:avLst/>
          </a:prstGeom>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252" name="Google Shape;252;p18"/>
          <p:cNvSpPr txBox="1"/>
          <p:nvPr>
            <p:ph idx="8"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3" name="Google Shape;253;p18"/>
          <p:cNvSpPr/>
          <p:nvPr/>
        </p:nvSpPr>
        <p:spPr>
          <a:xfrm flipH="1" rot="10800000">
            <a:off x="172253" y="423948"/>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8"/>
          <p:cNvSpPr/>
          <p:nvPr/>
        </p:nvSpPr>
        <p:spPr>
          <a:xfrm flipH="1" rot="10800000">
            <a:off x="7870940" y="4652966"/>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8"/>
          <p:cNvSpPr/>
          <p:nvPr/>
        </p:nvSpPr>
        <p:spPr>
          <a:xfrm flipH="1" rot="10800000">
            <a:off x="1463812" y="4652984"/>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8"/>
          <p:cNvSpPr/>
          <p:nvPr/>
        </p:nvSpPr>
        <p:spPr>
          <a:xfrm flipH="1" rot="10800000">
            <a:off x="2739179" y="-1090566"/>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8"/>
          <p:cNvSpPr/>
          <p:nvPr/>
        </p:nvSpPr>
        <p:spPr>
          <a:xfrm rot="10800000">
            <a:off x="8579147" y="-1"/>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8" name="Google Shape;258;p18"/>
          <p:cNvGrpSpPr/>
          <p:nvPr/>
        </p:nvGrpSpPr>
        <p:grpSpPr>
          <a:xfrm rot="10800000">
            <a:off x="-700240" y="2410654"/>
            <a:ext cx="1265051" cy="1265051"/>
            <a:chOff x="3912750" y="637550"/>
            <a:chExt cx="947533" cy="947533"/>
          </a:xfrm>
        </p:grpSpPr>
        <p:sp>
          <p:nvSpPr>
            <p:cNvPr id="259" name="Google Shape;259;p18"/>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8"/>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3">
    <p:spTree>
      <p:nvGrpSpPr>
        <p:cNvPr id="261" name="Shape 261"/>
        <p:cNvGrpSpPr/>
        <p:nvPr/>
      </p:nvGrpSpPr>
      <p:grpSpPr>
        <a:xfrm>
          <a:off x="0" y="0"/>
          <a:ext cx="0" cy="0"/>
          <a:chOff x="0" y="0"/>
          <a:chExt cx="0" cy="0"/>
        </a:xfrm>
      </p:grpSpPr>
      <p:sp>
        <p:nvSpPr>
          <p:cNvPr id="262" name="Google Shape;262;p19"/>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9"/>
          <p:cNvSpPr/>
          <p:nvPr/>
        </p:nvSpPr>
        <p:spPr>
          <a:xfrm flipH="1" rot="-10647322">
            <a:off x="-312023" y="-681653"/>
            <a:ext cx="9221569" cy="6057697"/>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9"/>
          <p:cNvSpPr txBox="1"/>
          <p:nvPr>
            <p:ph type="title"/>
          </p:nvPr>
        </p:nvSpPr>
        <p:spPr>
          <a:xfrm>
            <a:off x="1248453" y="1612465"/>
            <a:ext cx="1828800" cy="308100"/>
          </a:xfrm>
          <a:prstGeom prst="rect">
            <a:avLst/>
          </a:prstGeom>
        </p:spPr>
        <p:txBody>
          <a:bodyPr anchorCtr="0" anchor="ctr" bIns="91425" lIns="91425" spcFirstLastPara="1" rIns="91425" wrap="square" tIns="91425">
            <a:noAutofit/>
          </a:bodyPr>
          <a:lstStyle>
            <a:lvl1pPr lvl="0" rtl="0" algn="l">
              <a:spcBef>
                <a:spcPts val="0"/>
              </a:spcBef>
              <a:spcAft>
                <a:spcPts val="0"/>
              </a:spcAft>
              <a:buClr>
                <a:schemeClr val="accent6"/>
              </a:buClr>
              <a:buSzPts val="2200"/>
              <a:buNone/>
              <a:defRPr sz="2000"/>
            </a:lvl1pPr>
            <a:lvl2pPr lvl="1" rtl="0" algn="ctr">
              <a:spcBef>
                <a:spcPts val="0"/>
              </a:spcBef>
              <a:spcAft>
                <a:spcPts val="0"/>
              </a:spcAft>
              <a:buClr>
                <a:schemeClr val="accent6"/>
              </a:buClr>
              <a:buSzPts val="2800"/>
              <a:buNone/>
              <a:defRPr>
                <a:solidFill>
                  <a:schemeClr val="accent6"/>
                </a:solidFill>
                <a:latin typeface="Roboto"/>
                <a:ea typeface="Roboto"/>
                <a:cs typeface="Roboto"/>
                <a:sym typeface="Roboto"/>
              </a:defRPr>
            </a:lvl2pPr>
            <a:lvl3pPr lvl="2" rtl="0" algn="ctr">
              <a:spcBef>
                <a:spcPts val="0"/>
              </a:spcBef>
              <a:spcAft>
                <a:spcPts val="0"/>
              </a:spcAft>
              <a:buClr>
                <a:schemeClr val="accent6"/>
              </a:buClr>
              <a:buSzPts val="2800"/>
              <a:buNone/>
              <a:defRPr>
                <a:solidFill>
                  <a:schemeClr val="accent6"/>
                </a:solidFill>
                <a:latin typeface="Roboto"/>
                <a:ea typeface="Roboto"/>
                <a:cs typeface="Roboto"/>
                <a:sym typeface="Roboto"/>
              </a:defRPr>
            </a:lvl3pPr>
            <a:lvl4pPr lvl="3" rtl="0" algn="ctr">
              <a:spcBef>
                <a:spcPts val="0"/>
              </a:spcBef>
              <a:spcAft>
                <a:spcPts val="0"/>
              </a:spcAft>
              <a:buClr>
                <a:schemeClr val="accent6"/>
              </a:buClr>
              <a:buSzPts val="2800"/>
              <a:buNone/>
              <a:defRPr>
                <a:solidFill>
                  <a:schemeClr val="accent6"/>
                </a:solidFill>
                <a:latin typeface="Roboto"/>
                <a:ea typeface="Roboto"/>
                <a:cs typeface="Roboto"/>
                <a:sym typeface="Roboto"/>
              </a:defRPr>
            </a:lvl4pPr>
            <a:lvl5pPr lvl="4" rtl="0" algn="ctr">
              <a:spcBef>
                <a:spcPts val="0"/>
              </a:spcBef>
              <a:spcAft>
                <a:spcPts val="0"/>
              </a:spcAft>
              <a:buClr>
                <a:schemeClr val="accent6"/>
              </a:buClr>
              <a:buSzPts val="2800"/>
              <a:buNone/>
              <a:defRPr>
                <a:solidFill>
                  <a:schemeClr val="accent6"/>
                </a:solidFill>
                <a:latin typeface="Roboto"/>
                <a:ea typeface="Roboto"/>
                <a:cs typeface="Roboto"/>
                <a:sym typeface="Roboto"/>
              </a:defRPr>
            </a:lvl5pPr>
            <a:lvl6pPr lvl="5" rtl="0" algn="ctr">
              <a:spcBef>
                <a:spcPts val="0"/>
              </a:spcBef>
              <a:spcAft>
                <a:spcPts val="0"/>
              </a:spcAft>
              <a:buClr>
                <a:schemeClr val="accent6"/>
              </a:buClr>
              <a:buSzPts val="2800"/>
              <a:buNone/>
              <a:defRPr>
                <a:solidFill>
                  <a:schemeClr val="accent6"/>
                </a:solidFill>
                <a:latin typeface="Roboto"/>
                <a:ea typeface="Roboto"/>
                <a:cs typeface="Roboto"/>
                <a:sym typeface="Roboto"/>
              </a:defRPr>
            </a:lvl6pPr>
            <a:lvl7pPr lvl="6" rtl="0" algn="ctr">
              <a:spcBef>
                <a:spcPts val="0"/>
              </a:spcBef>
              <a:spcAft>
                <a:spcPts val="0"/>
              </a:spcAft>
              <a:buClr>
                <a:schemeClr val="accent6"/>
              </a:buClr>
              <a:buSzPts val="2800"/>
              <a:buNone/>
              <a:defRPr>
                <a:solidFill>
                  <a:schemeClr val="accent6"/>
                </a:solidFill>
                <a:latin typeface="Roboto"/>
                <a:ea typeface="Roboto"/>
                <a:cs typeface="Roboto"/>
                <a:sym typeface="Roboto"/>
              </a:defRPr>
            </a:lvl7pPr>
            <a:lvl8pPr lvl="7" rtl="0" algn="ctr">
              <a:spcBef>
                <a:spcPts val="0"/>
              </a:spcBef>
              <a:spcAft>
                <a:spcPts val="0"/>
              </a:spcAft>
              <a:buClr>
                <a:schemeClr val="accent6"/>
              </a:buClr>
              <a:buSzPts val="2800"/>
              <a:buNone/>
              <a:defRPr>
                <a:solidFill>
                  <a:schemeClr val="accent6"/>
                </a:solidFill>
                <a:latin typeface="Roboto"/>
                <a:ea typeface="Roboto"/>
                <a:cs typeface="Roboto"/>
                <a:sym typeface="Roboto"/>
              </a:defRPr>
            </a:lvl8pPr>
            <a:lvl9pPr lvl="8" rtl="0" algn="ctr">
              <a:spcBef>
                <a:spcPts val="0"/>
              </a:spcBef>
              <a:spcAft>
                <a:spcPts val="0"/>
              </a:spcAft>
              <a:buClr>
                <a:schemeClr val="accent6"/>
              </a:buClr>
              <a:buSzPts val="2800"/>
              <a:buNone/>
              <a:defRPr>
                <a:solidFill>
                  <a:schemeClr val="accent6"/>
                </a:solidFill>
                <a:latin typeface="Roboto"/>
                <a:ea typeface="Roboto"/>
                <a:cs typeface="Roboto"/>
                <a:sym typeface="Roboto"/>
              </a:defRPr>
            </a:lvl9pPr>
          </a:lstStyle>
          <a:p/>
        </p:txBody>
      </p:sp>
      <p:sp>
        <p:nvSpPr>
          <p:cNvPr id="265" name="Google Shape;265;p19"/>
          <p:cNvSpPr txBox="1"/>
          <p:nvPr>
            <p:ph idx="2" type="title"/>
          </p:nvPr>
        </p:nvSpPr>
        <p:spPr>
          <a:xfrm>
            <a:off x="4009553" y="1612665"/>
            <a:ext cx="1828800" cy="308100"/>
          </a:xfrm>
          <a:prstGeom prst="rect">
            <a:avLst/>
          </a:prstGeom>
        </p:spPr>
        <p:txBody>
          <a:bodyPr anchorCtr="0" anchor="ctr" bIns="91425" lIns="91425" spcFirstLastPara="1" rIns="91425" wrap="square" tIns="91425">
            <a:noAutofit/>
          </a:bodyPr>
          <a:lstStyle>
            <a:lvl1pPr lvl="0" rtl="0" algn="l">
              <a:spcBef>
                <a:spcPts val="0"/>
              </a:spcBef>
              <a:spcAft>
                <a:spcPts val="0"/>
              </a:spcAft>
              <a:buClr>
                <a:schemeClr val="accent6"/>
              </a:buClr>
              <a:buSzPts val="2200"/>
              <a:buNone/>
              <a:defRPr sz="2000"/>
            </a:lvl1pPr>
            <a:lvl2pPr lvl="1" rtl="0" algn="ctr">
              <a:spcBef>
                <a:spcPts val="0"/>
              </a:spcBef>
              <a:spcAft>
                <a:spcPts val="0"/>
              </a:spcAft>
              <a:buClr>
                <a:schemeClr val="accent6"/>
              </a:buClr>
              <a:buSzPts val="2800"/>
              <a:buNone/>
              <a:defRPr>
                <a:solidFill>
                  <a:schemeClr val="accent6"/>
                </a:solidFill>
                <a:latin typeface="Roboto"/>
                <a:ea typeface="Roboto"/>
                <a:cs typeface="Roboto"/>
                <a:sym typeface="Roboto"/>
              </a:defRPr>
            </a:lvl2pPr>
            <a:lvl3pPr lvl="2" rtl="0" algn="ctr">
              <a:spcBef>
                <a:spcPts val="0"/>
              </a:spcBef>
              <a:spcAft>
                <a:spcPts val="0"/>
              </a:spcAft>
              <a:buClr>
                <a:schemeClr val="accent6"/>
              </a:buClr>
              <a:buSzPts val="2800"/>
              <a:buNone/>
              <a:defRPr>
                <a:solidFill>
                  <a:schemeClr val="accent6"/>
                </a:solidFill>
                <a:latin typeface="Roboto"/>
                <a:ea typeface="Roboto"/>
                <a:cs typeface="Roboto"/>
                <a:sym typeface="Roboto"/>
              </a:defRPr>
            </a:lvl3pPr>
            <a:lvl4pPr lvl="3" rtl="0" algn="ctr">
              <a:spcBef>
                <a:spcPts val="0"/>
              </a:spcBef>
              <a:spcAft>
                <a:spcPts val="0"/>
              </a:spcAft>
              <a:buClr>
                <a:schemeClr val="accent6"/>
              </a:buClr>
              <a:buSzPts val="2800"/>
              <a:buNone/>
              <a:defRPr>
                <a:solidFill>
                  <a:schemeClr val="accent6"/>
                </a:solidFill>
                <a:latin typeface="Roboto"/>
                <a:ea typeface="Roboto"/>
                <a:cs typeface="Roboto"/>
                <a:sym typeface="Roboto"/>
              </a:defRPr>
            </a:lvl4pPr>
            <a:lvl5pPr lvl="4" rtl="0" algn="ctr">
              <a:spcBef>
                <a:spcPts val="0"/>
              </a:spcBef>
              <a:spcAft>
                <a:spcPts val="0"/>
              </a:spcAft>
              <a:buClr>
                <a:schemeClr val="accent6"/>
              </a:buClr>
              <a:buSzPts val="2800"/>
              <a:buNone/>
              <a:defRPr>
                <a:solidFill>
                  <a:schemeClr val="accent6"/>
                </a:solidFill>
                <a:latin typeface="Roboto"/>
                <a:ea typeface="Roboto"/>
                <a:cs typeface="Roboto"/>
                <a:sym typeface="Roboto"/>
              </a:defRPr>
            </a:lvl5pPr>
            <a:lvl6pPr lvl="5" rtl="0" algn="ctr">
              <a:spcBef>
                <a:spcPts val="0"/>
              </a:spcBef>
              <a:spcAft>
                <a:spcPts val="0"/>
              </a:spcAft>
              <a:buClr>
                <a:schemeClr val="accent6"/>
              </a:buClr>
              <a:buSzPts val="2800"/>
              <a:buNone/>
              <a:defRPr>
                <a:solidFill>
                  <a:schemeClr val="accent6"/>
                </a:solidFill>
                <a:latin typeface="Roboto"/>
                <a:ea typeface="Roboto"/>
                <a:cs typeface="Roboto"/>
                <a:sym typeface="Roboto"/>
              </a:defRPr>
            </a:lvl6pPr>
            <a:lvl7pPr lvl="6" rtl="0" algn="ctr">
              <a:spcBef>
                <a:spcPts val="0"/>
              </a:spcBef>
              <a:spcAft>
                <a:spcPts val="0"/>
              </a:spcAft>
              <a:buClr>
                <a:schemeClr val="accent6"/>
              </a:buClr>
              <a:buSzPts val="2800"/>
              <a:buNone/>
              <a:defRPr>
                <a:solidFill>
                  <a:schemeClr val="accent6"/>
                </a:solidFill>
                <a:latin typeface="Roboto"/>
                <a:ea typeface="Roboto"/>
                <a:cs typeface="Roboto"/>
                <a:sym typeface="Roboto"/>
              </a:defRPr>
            </a:lvl7pPr>
            <a:lvl8pPr lvl="7" rtl="0" algn="ctr">
              <a:spcBef>
                <a:spcPts val="0"/>
              </a:spcBef>
              <a:spcAft>
                <a:spcPts val="0"/>
              </a:spcAft>
              <a:buClr>
                <a:schemeClr val="accent6"/>
              </a:buClr>
              <a:buSzPts val="2800"/>
              <a:buNone/>
              <a:defRPr>
                <a:solidFill>
                  <a:schemeClr val="accent6"/>
                </a:solidFill>
                <a:latin typeface="Roboto"/>
                <a:ea typeface="Roboto"/>
                <a:cs typeface="Roboto"/>
                <a:sym typeface="Roboto"/>
              </a:defRPr>
            </a:lvl8pPr>
            <a:lvl9pPr lvl="8" rtl="0" algn="ctr">
              <a:spcBef>
                <a:spcPts val="0"/>
              </a:spcBef>
              <a:spcAft>
                <a:spcPts val="0"/>
              </a:spcAft>
              <a:buClr>
                <a:schemeClr val="accent6"/>
              </a:buClr>
              <a:buSzPts val="2800"/>
              <a:buNone/>
              <a:defRPr>
                <a:solidFill>
                  <a:schemeClr val="accent6"/>
                </a:solidFill>
                <a:latin typeface="Roboto"/>
                <a:ea typeface="Roboto"/>
                <a:cs typeface="Roboto"/>
                <a:sym typeface="Roboto"/>
              </a:defRPr>
            </a:lvl9pPr>
          </a:lstStyle>
          <a:p/>
        </p:txBody>
      </p:sp>
      <p:sp>
        <p:nvSpPr>
          <p:cNvPr id="266" name="Google Shape;266;p19"/>
          <p:cNvSpPr txBox="1"/>
          <p:nvPr>
            <p:ph idx="3" type="title"/>
          </p:nvPr>
        </p:nvSpPr>
        <p:spPr>
          <a:xfrm>
            <a:off x="6868285" y="1612465"/>
            <a:ext cx="1828800" cy="308100"/>
          </a:xfrm>
          <a:prstGeom prst="rect">
            <a:avLst/>
          </a:prstGeom>
        </p:spPr>
        <p:txBody>
          <a:bodyPr anchorCtr="0" anchor="ctr" bIns="91425" lIns="91425" spcFirstLastPara="1" rIns="91425" wrap="square" tIns="91425">
            <a:noAutofit/>
          </a:bodyPr>
          <a:lstStyle>
            <a:lvl1pPr lvl="0" rtl="0" algn="l">
              <a:spcBef>
                <a:spcPts val="0"/>
              </a:spcBef>
              <a:spcAft>
                <a:spcPts val="0"/>
              </a:spcAft>
              <a:buClr>
                <a:schemeClr val="accent6"/>
              </a:buClr>
              <a:buSzPts val="2200"/>
              <a:buNone/>
              <a:defRPr sz="2000"/>
            </a:lvl1pPr>
            <a:lvl2pPr lvl="1" rtl="0" algn="ctr">
              <a:spcBef>
                <a:spcPts val="0"/>
              </a:spcBef>
              <a:spcAft>
                <a:spcPts val="0"/>
              </a:spcAft>
              <a:buClr>
                <a:schemeClr val="accent6"/>
              </a:buClr>
              <a:buSzPts val="2800"/>
              <a:buNone/>
              <a:defRPr>
                <a:solidFill>
                  <a:schemeClr val="accent6"/>
                </a:solidFill>
                <a:latin typeface="Roboto"/>
                <a:ea typeface="Roboto"/>
                <a:cs typeface="Roboto"/>
                <a:sym typeface="Roboto"/>
              </a:defRPr>
            </a:lvl2pPr>
            <a:lvl3pPr lvl="2" rtl="0" algn="ctr">
              <a:spcBef>
                <a:spcPts val="0"/>
              </a:spcBef>
              <a:spcAft>
                <a:spcPts val="0"/>
              </a:spcAft>
              <a:buClr>
                <a:schemeClr val="accent6"/>
              </a:buClr>
              <a:buSzPts val="2800"/>
              <a:buNone/>
              <a:defRPr>
                <a:solidFill>
                  <a:schemeClr val="accent6"/>
                </a:solidFill>
                <a:latin typeface="Roboto"/>
                <a:ea typeface="Roboto"/>
                <a:cs typeface="Roboto"/>
                <a:sym typeface="Roboto"/>
              </a:defRPr>
            </a:lvl3pPr>
            <a:lvl4pPr lvl="3" rtl="0" algn="ctr">
              <a:spcBef>
                <a:spcPts val="0"/>
              </a:spcBef>
              <a:spcAft>
                <a:spcPts val="0"/>
              </a:spcAft>
              <a:buClr>
                <a:schemeClr val="accent6"/>
              </a:buClr>
              <a:buSzPts val="2800"/>
              <a:buNone/>
              <a:defRPr>
                <a:solidFill>
                  <a:schemeClr val="accent6"/>
                </a:solidFill>
                <a:latin typeface="Roboto"/>
                <a:ea typeface="Roboto"/>
                <a:cs typeface="Roboto"/>
                <a:sym typeface="Roboto"/>
              </a:defRPr>
            </a:lvl4pPr>
            <a:lvl5pPr lvl="4" rtl="0" algn="ctr">
              <a:spcBef>
                <a:spcPts val="0"/>
              </a:spcBef>
              <a:spcAft>
                <a:spcPts val="0"/>
              </a:spcAft>
              <a:buClr>
                <a:schemeClr val="accent6"/>
              </a:buClr>
              <a:buSzPts val="2800"/>
              <a:buNone/>
              <a:defRPr>
                <a:solidFill>
                  <a:schemeClr val="accent6"/>
                </a:solidFill>
                <a:latin typeface="Roboto"/>
                <a:ea typeface="Roboto"/>
                <a:cs typeface="Roboto"/>
                <a:sym typeface="Roboto"/>
              </a:defRPr>
            </a:lvl5pPr>
            <a:lvl6pPr lvl="5" rtl="0" algn="ctr">
              <a:spcBef>
                <a:spcPts val="0"/>
              </a:spcBef>
              <a:spcAft>
                <a:spcPts val="0"/>
              </a:spcAft>
              <a:buClr>
                <a:schemeClr val="accent6"/>
              </a:buClr>
              <a:buSzPts val="2800"/>
              <a:buNone/>
              <a:defRPr>
                <a:solidFill>
                  <a:schemeClr val="accent6"/>
                </a:solidFill>
                <a:latin typeface="Roboto"/>
                <a:ea typeface="Roboto"/>
                <a:cs typeface="Roboto"/>
                <a:sym typeface="Roboto"/>
              </a:defRPr>
            </a:lvl6pPr>
            <a:lvl7pPr lvl="6" rtl="0" algn="ctr">
              <a:spcBef>
                <a:spcPts val="0"/>
              </a:spcBef>
              <a:spcAft>
                <a:spcPts val="0"/>
              </a:spcAft>
              <a:buClr>
                <a:schemeClr val="accent6"/>
              </a:buClr>
              <a:buSzPts val="2800"/>
              <a:buNone/>
              <a:defRPr>
                <a:solidFill>
                  <a:schemeClr val="accent6"/>
                </a:solidFill>
                <a:latin typeface="Roboto"/>
                <a:ea typeface="Roboto"/>
                <a:cs typeface="Roboto"/>
                <a:sym typeface="Roboto"/>
              </a:defRPr>
            </a:lvl7pPr>
            <a:lvl8pPr lvl="7" rtl="0" algn="ctr">
              <a:spcBef>
                <a:spcPts val="0"/>
              </a:spcBef>
              <a:spcAft>
                <a:spcPts val="0"/>
              </a:spcAft>
              <a:buClr>
                <a:schemeClr val="accent6"/>
              </a:buClr>
              <a:buSzPts val="2800"/>
              <a:buNone/>
              <a:defRPr>
                <a:solidFill>
                  <a:schemeClr val="accent6"/>
                </a:solidFill>
                <a:latin typeface="Roboto"/>
                <a:ea typeface="Roboto"/>
                <a:cs typeface="Roboto"/>
                <a:sym typeface="Roboto"/>
              </a:defRPr>
            </a:lvl8pPr>
            <a:lvl9pPr lvl="8" rtl="0" algn="ctr">
              <a:spcBef>
                <a:spcPts val="0"/>
              </a:spcBef>
              <a:spcAft>
                <a:spcPts val="0"/>
              </a:spcAft>
              <a:buClr>
                <a:schemeClr val="accent6"/>
              </a:buClr>
              <a:buSzPts val="2800"/>
              <a:buNone/>
              <a:defRPr>
                <a:solidFill>
                  <a:schemeClr val="accent6"/>
                </a:solidFill>
                <a:latin typeface="Roboto"/>
                <a:ea typeface="Roboto"/>
                <a:cs typeface="Roboto"/>
                <a:sym typeface="Roboto"/>
              </a:defRPr>
            </a:lvl9pPr>
          </a:lstStyle>
          <a:p/>
        </p:txBody>
      </p:sp>
      <p:sp>
        <p:nvSpPr>
          <p:cNvPr id="267" name="Google Shape;267;p19"/>
          <p:cNvSpPr txBox="1"/>
          <p:nvPr>
            <p:ph idx="4" type="title"/>
          </p:nvPr>
        </p:nvSpPr>
        <p:spPr>
          <a:xfrm>
            <a:off x="1205403" y="3331637"/>
            <a:ext cx="1828800" cy="308100"/>
          </a:xfrm>
          <a:prstGeom prst="rect">
            <a:avLst/>
          </a:prstGeom>
        </p:spPr>
        <p:txBody>
          <a:bodyPr anchorCtr="0" anchor="ctr" bIns="91425" lIns="91425" spcFirstLastPara="1" rIns="91425" wrap="square" tIns="91425">
            <a:noAutofit/>
          </a:bodyPr>
          <a:lstStyle>
            <a:lvl1pPr lvl="0" rtl="0" algn="l">
              <a:spcBef>
                <a:spcPts val="0"/>
              </a:spcBef>
              <a:spcAft>
                <a:spcPts val="0"/>
              </a:spcAft>
              <a:buClr>
                <a:schemeClr val="accent6"/>
              </a:buClr>
              <a:buSzPts val="2200"/>
              <a:buNone/>
              <a:defRPr sz="2000"/>
            </a:lvl1pPr>
            <a:lvl2pPr lvl="1" rtl="0" algn="ctr">
              <a:spcBef>
                <a:spcPts val="0"/>
              </a:spcBef>
              <a:spcAft>
                <a:spcPts val="0"/>
              </a:spcAft>
              <a:buClr>
                <a:schemeClr val="accent6"/>
              </a:buClr>
              <a:buSzPts val="2800"/>
              <a:buNone/>
              <a:defRPr>
                <a:solidFill>
                  <a:schemeClr val="accent6"/>
                </a:solidFill>
                <a:latin typeface="Roboto"/>
                <a:ea typeface="Roboto"/>
                <a:cs typeface="Roboto"/>
                <a:sym typeface="Roboto"/>
              </a:defRPr>
            </a:lvl2pPr>
            <a:lvl3pPr lvl="2" rtl="0" algn="ctr">
              <a:spcBef>
                <a:spcPts val="0"/>
              </a:spcBef>
              <a:spcAft>
                <a:spcPts val="0"/>
              </a:spcAft>
              <a:buClr>
                <a:schemeClr val="accent6"/>
              </a:buClr>
              <a:buSzPts val="2800"/>
              <a:buNone/>
              <a:defRPr>
                <a:solidFill>
                  <a:schemeClr val="accent6"/>
                </a:solidFill>
                <a:latin typeface="Roboto"/>
                <a:ea typeface="Roboto"/>
                <a:cs typeface="Roboto"/>
                <a:sym typeface="Roboto"/>
              </a:defRPr>
            </a:lvl3pPr>
            <a:lvl4pPr lvl="3" rtl="0" algn="ctr">
              <a:spcBef>
                <a:spcPts val="0"/>
              </a:spcBef>
              <a:spcAft>
                <a:spcPts val="0"/>
              </a:spcAft>
              <a:buClr>
                <a:schemeClr val="accent6"/>
              </a:buClr>
              <a:buSzPts val="2800"/>
              <a:buNone/>
              <a:defRPr>
                <a:solidFill>
                  <a:schemeClr val="accent6"/>
                </a:solidFill>
                <a:latin typeface="Roboto"/>
                <a:ea typeface="Roboto"/>
                <a:cs typeface="Roboto"/>
                <a:sym typeface="Roboto"/>
              </a:defRPr>
            </a:lvl4pPr>
            <a:lvl5pPr lvl="4" rtl="0" algn="ctr">
              <a:spcBef>
                <a:spcPts val="0"/>
              </a:spcBef>
              <a:spcAft>
                <a:spcPts val="0"/>
              </a:spcAft>
              <a:buClr>
                <a:schemeClr val="accent6"/>
              </a:buClr>
              <a:buSzPts val="2800"/>
              <a:buNone/>
              <a:defRPr>
                <a:solidFill>
                  <a:schemeClr val="accent6"/>
                </a:solidFill>
                <a:latin typeface="Roboto"/>
                <a:ea typeface="Roboto"/>
                <a:cs typeface="Roboto"/>
                <a:sym typeface="Roboto"/>
              </a:defRPr>
            </a:lvl5pPr>
            <a:lvl6pPr lvl="5" rtl="0" algn="ctr">
              <a:spcBef>
                <a:spcPts val="0"/>
              </a:spcBef>
              <a:spcAft>
                <a:spcPts val="0"/>
              </a:spcAft>
              <a:buClr>
                <a:schemeClr val="accent6"/>
              </a:buClr>
              <a:buSzPts val="2800"/>
              <a:buNone/>
              <a:defRPr>
                <a:solidFill>
                  <a:schemeClr val="accent6"/>
                </a:solidFill>
                <a:latin typeface="Roboto"/>
                <a:ea typeface="Roboto"/>
                <a:cs typeface="Roboto"/>
                <a:sym typeface="Roboto"/>
              </a:defRPr>
            </a:lvl6pPr>
            <a:lvl7pPr lvl="6" rtl="0" algn="ctr">
              <a:spcBef>
                <a:spcPts val="0"/>
              </a:spcBef>
              <a:spcAft>
                <a:spcPts val="0"/>
              </a:spcAft>
              <a:buClr>
                <a:schemeClr val="accent6"/>
              </a:buClr>
              <a:buSzPts val="2800"/>
              <a:buNone/>
              <a:defRPr>
                <a:solidFill>
                  <a:schemeClr val="accent6"/>
                </a:solidFill>
                <a:latin typeface="Roboto"/>
                <a:ea typeface="Roboto"/>
                <a:cs typeface="Roboto"/>
                <a:sym typeface="Roboto"/>
              </a:defRPr>
            </a:lvl7pPr>
            <a:lvl8pPr lvl="7" rtl="0" algn="ctr">
              <a:spcBef>
                <a:spcPts val="0"/>
              </a:spcBef>
              <a:spcAft>
                <a:spcPts val="0"/>
              </a:spcAft>
              <a:buClr>
                <a:schemeClr val="accent6"/>
              </a:buClr>
              <a:buSzPts val="2800"/>
              <a:buNone/>
              <a:defRPr>
                <a:solidFill>
                  <a:schemeClr val="accent6"/>
                </a:solidFill>
                <a:latin typeface="Roboto"/>
                <a:ea typeface="Roboto"/>
                <a:cs typeface="Roboto"/>
                <a:sym typeface="Roboto"/>
              </a:defRPr>
            </a:lvl8pPr>
            <a:lvl9pPr lvl="8" rtl="0" algn="ctr">
              <a:spcBef>
                <a:spcPts val="0"/>
              </a:spcBef>
              <a:spcAft>
                <a:spcPts val="0"/>
              </a:spcAft>
              <a:buClr>
                <a:schemeClr val="accent6"/>
              </a:buClr>
              <a:buSzPts val="2800"/>
              <a:buNone/>
              <a:defRPr>
                <a:solidFill>
                  <a:schemeClr val="accent6"/>
                </a:solidFill>
                <a:latin typeface="Roboto"/>
                <a:ea typeface="Roboto"/>
                <a:cs typeface="Roboto"/>
                <a:sym typeface="Roboto"/>
              </a:defRPr>
            </a:lvl9pPr>
          </a:lstStyle>
          <a:p/>
        </p:txBody>
      </p:sp>
      <p:sp>
        <p:nvSpPr>
          <p:cNvPr id="268" name="Google Shape;268;p19"/>
          <p:cNvSpPr txBox="1"/>
          <p:nvPr>
            <p:ph idx="5" type="title"/>
          </p:nvPr>
        </p:nvSpPr>
        <p:spPr>
          <a:xfrm>
            <a:off x="4009553" y="3331812"/>
            <a:ext cx="1828800" cy="308100"/>
          </a:xfrm>
          <a:prstGeom prst="rect">
            <a:avLst/>
          </a:prstGeom>
        </p:spPr>
        <p:txBody>
          <a:bodyPr anchorCtr="0" anchor="ctr" bIns="91425" lIns="91425" spcFirstLastPara="1" rIns="91425" wrap="square" tIns="91425">
            <a:noAutofit/>
          </a:bodyPr>
          <a:lstStyle>
            <a:lvl1pPr lvl="0" rtl="0" algn="l">
              <a:spcBef>
                <a:spcPts val="0"/>
              </a:spcBef>
              <a:spcAft>
                <a:spcPts val="0"/>
              </a:spcAft>
              <a:buClr>
                <a:schemeClr val="accent6"/>
              </a:buClr>
              <a:buSzPts val="2200"/>
              <a:buNone/>
              <a:defRPr sz="2000"/>
            </a:lvl1pPr>
            <a:lvl2pPr lvl="1" rtl="0" algn="ctr">
              <a:spcBef>
                <a:spcPts val="0"/>
              </a:spcBef>
              <a:spcAft>
                <a:spcPts val="0"/>
              </a:spcAft>
              <a:buClr>
                <a:schemeClr val="accent6"/>
              </a:buClr>
              <a:buSzPts val="2800"/>
              <a:buNone/>
              <a:defRPr>
                <a:solidFill>
                  <a:schemeClr val="accent6"/>
                </a:solidFill>
                <a:latin typeface="Roboto"/>
                <a:ea typeface="Roboto"/>
                <a:cs typeface="Roboto"/>
                <a:sym typeface="Roboto"/>
              </a:defRPr>
            </a:lvl2pPr>
            <a:lvl3pPr lvl="2" rtl="0" algn="ctr">
              <a:spcBef>
                <a:spcPts val="0"/>
              </a:spcBef>
              <a:spcAft>
                <a:spcPts val="0"/>
              </a:spcAft>
              <a:buClr>
                <a:schemeClr val="accent6"/>
              </a:buClr>
              <a:buSzPts val="2800"/>
              <a:buNone/>
              <a:defRPr>
                <a:solidFill>
                  <a:schemeClr val="accent6"/>
                </a:solidFill>
                <a:latin typeface="Roboto"/>
                <a:ea typeface="Roboto"/>
                <a:cs typeface="Roboto"/>
                <a:sym typeface="Roboto"/>
              </a:defRPr>
            </a:lvl3pPr>
            <a:lvl4pPr lvl="3" rtl="0" algn="ctr">
              <a:spcBef>
                <a:spcPts val="0"/>
              </a:spcBef>
              <a:spcAft>
                <a:spcPts val="0"/>
              </a:spcAft>
              <a:buClr>
                <a:schemeClr val="accent6"/>
              </a:buClr>
              <a:buSzPts val="2800"/>
              <a:buNone/>
              <a:defRPr>
                <a:solidFill>
                  <a:schemeClr val="accent6"/>
                </a:solidFill>
                <a:latin typeface="Roboto"/>
                <a:ea typeface="Roboto"/>
                <a:cs typeface="Roboto"/>
                <a:sym typeface="Roboto"/>
              </a:defRPr>
            </a:lvl4pPr>
            <a:lvl5pPr lvl="4" rtl="0" algn="ctr">
              <a:spcBef>
                <a:spcPts val="0"/>
              </a:spcBef>
              <a:spcAft>
                <a:spcPts val="0"/>
              </a:spcAft>
              <a:buClr>
                <a:schemeClr val="accent6"/>
              </a:buClr>
              <a:buSzPts val="2800"/>
              <a:buNone/>
              <a:defRPr>
                <a:solidFill>
                  <a:schemeClr val="accent6"/>
                </a:solidFill>
                <a:latin typeface="Roboto"/>
                <a:ea typeface="Roboto"/>
                <a:cs typeface="Roboto"/>
                <a:sym typeface="Roboto"/>
              </a:defRPr>
            </a:lvl5pPr>
            <a:lvl6pPr lvl="5" rtl="0" algn="ctr">
              <a:spcBef>
                <a:spcPts val="0"/>
              </a:spcBef>
              <a:spcAft>
                <a:spcPts val="0"/>
              </a:spcAft>
              <a:buClr>
                <a:schemeClr val="accent6"/>
              </a:buClr>
              <a:buSzPts val="2800"/>
              <a:buNone/>
              <a:defRPr>
                <a:solidFill>
                  <a:schemeClr val="accent6"/>
                </a:solidFill>
                <a:latin typeface="Roboto"/>
                <a:ea typeface="Roboto"/>
                <a:cs typeface="Roboto"/>
                <a:sym typeface="Roboto"/>
              </a:defRPr>
            </a:lvl6pPr>
            <a:lvl7pPr lvl="6" rtl="0" algn="ctr">
              <a:spcBef>
                <a:spcPts val="0"/>
              </a:spcBef>
              <a:spcAft>
                <a:spcPts val="0"/>
              </a:spcAft>
              <a:buClr>
                <a:schemeClr val="accent6"/>
              </a:buClr>
              <a:buSzPts val="2800"/>
              <a:buNone/>
              <a:defRPr>
                <a:solidFill>
                  <a:schemeClr val="accent6"/>
                </a:solidFill>
                <a:latin typeface="Roboto"/>
                <a:ea typeface="Roboto"/>
                <a:cs typeface="Roboto"/>
                <a:sym typeface="Roboto"/>
              </a:defRPr>
            </a:lvl7pPr>
            <a:lvl8pPr lvl="7" rtl="0" algn="ctr">
              <a:spcBef>
                <a:spcPts val="0"/>
              </a:spcBef>
              <a:spcAft>
                <a:spcPts val="0"/>
              </a:spcAft>
              <a:buClr>
                <a:schemeClr val="accent6"/>
              </a:buClr>
              <a:buSzPts val="2800"/>
              <a:buNone/>
              <a:defRPr>
                <a:solidFill>
                  <a:schemeClr val="accent6"/>
                </a:solidFill>
                <a:latin typeface="Roboto"/>
                <a:ea typeface="Roboto"/>
                <a:cs typeface="Roboto"/>
                <a:sym typeface="Roboto"/>
              </a:defRPr>
            </a:lvl8pPr>
            <a:lvl9pPr lvl="8" rtl="0" algn="ctr">
              <a:spcBef>
                <a:spcPts val="0"/>
              </a:spcBef>
              <a:spcAft>
                <a:spcPts val="0"/>
              </a:spcAft>
              <a:buClr>
                <a:schemeClr val="accent6"/>
              </a:buClr>
              <a:buSzPts val="2800"/>
              <a:buNone/>
              <a:defRPr>
                <a:solidFill>
                  <a:schemeClr val="accent6"/>
                </a:solidFill>
                <a:latin typeface="Roboto"/>
                <a:ea typeface="Roboto"/>
                <a:cs typeface="Roboto"/>
                <a:sym typeface="Roboto"/>
              </a:defRPr>
            </a:lvl9pPr>
          </a:lstStyle>
          <a:p/>
        </p:txBody>
      </p:sp>
      <p:sp>
        <p:nvSpPr>
          <p:cNvPr id="269" name="Google Shape;269;p19"/>
          <p:cNvSpPr txBox="1"/>
          <p:nvPr>
            <p:ph idx="6" type="title"/>
          </p:nvPr>
        </p:nvSpPr>
        <p:spPr>
          <a:xfrm>
            <a:off x="6868285" y="3331637"/>
            <a:ext cx="1828800" cy="308100"/>
          </a:xfrm>
          <a:prstGeom prst="rect">
            <a:avLst/>
          </a:prstGeom>
        </p:spPr>
        <p:txBody>
          <a:bodyPr anchorCtr="0" anchor="ctr" bIns="91425" lIns="91425" spcFirstLastPara="1" rIns="91425" wrap="square" tIns="91425">
            <a:noAutofit/>
          </a:bodyPr>
          <a:lstStyle>
            <a:lvl1pPr lvl="0" rtl="0" algn="l">
              <a:spcBef>
                <a:spcPts val="0"/>
              </a:spcBef>
              <a:spcAft>
                <a:spcPts val="0"/>
              </a:spcAft>
              <a:buClr>
                <a:schemeClr val="accent6"/>
              </a:buClr>
              <a:buSzPts val="2200"/>
              <a:buNone/>
              <a:defRPr sz="2000"/>
            </a:lvl1pPr>
            <a:lvl2pPr lvl="1" rtl="0" algn="ctr">
              <a:spcBef>
                <a:spcPts val="0"/>
              </a:spcBef>
              <a:spcAft>
                <a:spcPts val="0"/>
              </a:spcAft>
              <a:buClr>
                <a:schemeClr val="accent6"/>
              </a:buClr>
              <a:buSzPts val="2800"/>
              <a:buNone/>
              <a:defRPr>
                <a:solidFill>
                  <a:schemeClr val="accent6"/>
                </a:solidFill>
                <a:latin typeface="Roboto"/>
                <a:ea typeface="Roboto"/>
                <a:cs typeface="Roboto"/>
                <a:sym typeface="Roboto"/>
              </a:defRPr>
            </a:lvl2pPr>
            <a:lvl3pPr lvl="2" rtl="0" algn="ctr">
              <a:spcBef>
                <a:spcPts val="0"/>
              </a:spcBef>
              <a:spcAft>
                <a:spcPts val="0"/>
              </a:spcAft>
              <a:buClr>
                <a:schemeClr val="accent6"/>
              </a:buClr>
              <a:buSzPts val="2800"/>
              <a:buNone/>
              <a:defRPr>
                <a:solidFill>
                  <a:schemeClr val="accent6"/>
                </a:solidFill>
                <a:latin typeface="Roboto"/>
                <a:ea typeface="Roboto"/>
                <a:cs typeface="Roboto"/>
                <a:sym typeface="Roboto"/>
              </a:defRPr>
            </a:lvl3pPr>
            <a:lvl4pPr lvl="3" rtl="0" algn="ctr">
              <a:spcBef>
                <a:spcPts val="0"/>
              </a:spcBef>
              <a:spcAft>
                <a:spcPts val="0"/>
              </a:spcAft>
              <a:buClr>
                <a:schemeClr val="accent6"/>
              </a:buClr>
              <a:buSzPts val="2800"/>
              <a:buNone/>
              <a:defRPr>
                <a:solidFill>
                  <a:schemeClr val="accent6"/>
                </a:solidFill>
                <a:latin typeface="Roboto"/>
                <a:ea typeface="Roboto"/>
                <a:cs typeface="Roboto"/>
                <a:sym typeface="Roboto"/>
              </a:defRPr>
            </a:lvl4pPr>
            <a:lvl5pPr lvl="4" rtl="0" algn="ctr">
              <a:spcBef>
                <a:spcPts val="0"/>
              </a:spcBef>
              <a:spcAft>
                <a:spcPts val="0"/>
              </a:spcAft>
              <a:buClr>
                <a:schemeClr val="accent6"/>
              </a:buClr>
              <a:buSzPts val="2800"/>
              <a:buNone/>
              <a:defRPr>
                <a:solidFill>
                  <a:schemeClr val="accent6"/>
                </a:solidFill>
                <a:latin typeface="Roboto"/>
                <a:ea typeface="Roboto"/>
                <a:cs typeface="Roboto"/>
                <a:sym typeface="Roboto"/>
              </a:defRPr>
            </a:lvl5pPr>
            <a:lvl6pPr lvl="5" rtl="0" algn="ctr">
              <a:spcBef>
                <a:spcPts val="0"/>
              </a:spcBef>
              <a:spcAft>
                <a:spcPts val="0"/>
              </a:spcAft>
              <a:buClr>
                <a:schemeClr val="accent6"/>
              </a:buClr>
              <a:buSzPts val="2800"/>
              <a:buNone/>
              <a:defRPr>
                <a:solidFill>
                  <a:schemeClr val="accent6"/>
                </a:solidFill>
                <a:latin typeface="Roboto"/>
                <a:ea typeface="Roboto"/>
                <a:cs typeface="Roboto"/>
                <a:sym typeface="Roboto"/>
              </a:defRPr>
            </a:lvl6pPr>
            <a:lvl7pPr lvl="6" rtl="0" algn="ctr">
              <a:spcBef>
                <a:spcPts val="0"/>
              </a:spcBef>
              <a:spcAft>
                <a:spcPts val="0"/>
              </a:spcAft>
              <a:buClr>
                <a:schemeClr val="accent6"/>
              </a:buClr>
              <a:buSzPts val="2800"/>
              <a:buNone/>
              <a:defRPr>
                <a:solidFill>
                  <a:schemeClr val="accent6"/>
                </a:solidFill>
                <a:latin typeface="Roboto"/>
                <a:ea typeface="Roboto"/>
                <a:cs typeface="Roboto"/>
                <a:sym typeface="Roboto"/>
              </a:defRPr>
            </a:lvl7pPr>
            <a:lvl8pPr lvl="7" rtl="0" algn="ctr">
              <a:spcBef>
                <a:spcPts val="0"/>
              </a:spcBef>
              <a:spcAft>
                <a:spcPts val="0"/>
              </a:spcAft>
              <a:buClr>
                <a:schemeClr val="accent6"/>
              </a:buClr>
              <a:buSzPts val="2800"/>
              <a:buNone/>
              <a:defRPr>
                <a:solidFill>
                  <a:schemeClr val="accent6"/>
                </a:solidFill>
                <a:latin typeface="Roboto"/>
                <a:ea typeface="Roboto"/>
                <a:cs typeface="Roboto"/>
                <a:sym typeface="Roboto"/>
              </a:defRPr>
            </a:lvl8pPr>
            <a:lvl9pPr lvl="8" rtl="0" algn="ctr">
              <a:spcBef>
                <a:spcPts val="0"/>
              </a:spcBef>
              <a:spcAft>
                <a:spcPts val="0"/>
              </a:spcAft>
              <a:buClr>
                <a:schemeClr val="accent6"/>
              </a:buClr>
              <a:buSzPts val="2800"/>
              <a:buNone/>
              <a:defRPr>
                <a:solidFill>
                  <a:schemeClr val="accent6"/>
                </a:solidFill>
                <a:latin typeface="Roboto"/>
                <a:ea typeface="Roboto"/>
                <a:cs typeface="Roboto"/>
                <a:sym typeface="Roboto"/>
              </a:defRPr>
            </a:lvl9pPr>
          </a:lstStyle>
          <a:p/>
        </p:txBody>
      </p:sp>
      <p:sp>
        <p:nvSpPr>
          <p:cNvPr id="270" name="Google Shape;270;p19"/>
          <p:cNvSpPr txBox="1"/>
          <p:nvPr>
            <p:ph idx="1" type="subTitle"/>
          </p:nvPr>
        </p:nvSpPr>
        <p:spPr>
          <a:xfrm>
            <a:off x="1248450" y="1965088"/>
            <a:ext cx="1828800" cy="425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1" name="Google Shape;271;p19"/>
          <p:cNvSpPr txBox="1"/>
          <p:nvPr>
            <p:ph idx="7" type="subTitle"/>
          </p:nvPr>
        </p:nvSpPr>
        <p:spPr>
          <a:xfrm>
            <a:off x="4009553" y="1965413"/>
            <a:ext cx="1828800" cy="425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2" name="Google Shape;272;p19"/>
          <p:cNvSpPr txBox="1"/>
          <p:nvPr>
            <p:ph idx="8" type="subTitle"/>
          </p:nvPr>
        </p:nvSpPr>
        <p:spPr>
          <a:xfrm>
            <a:off x="6868285" y="1965213"/>
            <a:ext cx="1828800" cy="425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3" name="Google Shape;273;p19"/>
          <p:cNvSpPr txBox="1"/>
          <p:nvPr>
            <p:ph idx="9" type="subTitle"/>
          </p:nvPr>
        </p:nvSpPr>
        <p:spPr>
          <a:xfrm>
            <a:off x="1205400" y="3688387"/>
            <a:ext cx="1828800" cy="425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4" name="Google Shape;274;p19"/>
          <p:cNvSpPr txBox="1"/>
          <p:nvPr>
            <p:ph idx="13" type="subTitle"/>
          </p:nvPr>
        </p:nvSpPr>
        <p:spPr>
          <a:xfrm>
            <a:off x="4009553" y="3688387"/>
            <a:ext cx="1828800" cy="425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5" name="Google Shape;275;p19"/>
          <p:cNvSpPr txBox="1"/>
          <p:nvPr>
            <p:ph idx="14" type="subTitle"/>
          </p:nvPr>
        </p:nvSpPr>
        <p:spPr>
          <a:xfrm>
            <a:off x="6868285" y="3688212"/>
            <a:ext cx="1828800" cy="4251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6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276" name="Google Shape;276;p19"/>
          <p:cNvSpPr txBox="1"/>
          <p:nvPr>
            <p:ph idx="15"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7" name="Google Shape;277;p19"/>
          <p:cNvSpPr/>
          <p:nvPr/>
        </p:nvSpPr>
        <p:spPr>
          <a:xfrm rot="10800000">
            <a:off x="8573214" y="4750298"/>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9"/>
          <p:cNvSpPr/>
          <p:nvPr/>
        </p:nvSpPr>
        <p:spPr>
          <a:xfrm rot="10800000">
            <a:off x="-62397" y="4508966"/>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9"/>
          <p:cNvSpPr/>
          <p:nvPr/>
        </p:nvSpPr>
        <p:spPr>
          <a:xfrm rot="10800000">
            <a:off x="4693838" y="4750459"/>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9"/>
          <p:cNvSpPr/>
          <p:nvPr/>
        </p:nvSpPr>
        <p:spPr>
          <a:xfrm rot="10800000">
            <a:off x="2111321" y="-1172866"/>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9"/>
          <p:cNvSpPr/>
          <p:nvPr/>
        </p:nvSpPr>
        <p:spPr>
          <a:xfrm flipH="1" rot="10800000">
            <a:off x="-535640" y="332974"/>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2" name="Google Shape;282;p19"/>
          <p:cNvGrpSpPr/>
          <p:nvPr/>
        </p:nvGrpSpPr>
        <p:grpSpPr>
          <a:xfrm flipH="1" rot="10800000">
            <a:off x="8136984" y="-220359"/>
            <a:ext cx="1265051" cy="1265051"/>
            <a:chOff x="3912750" y="637550"/>
            <a:chExt cx="947533" cy="947533"/>
          </a:xfrm>
        </p:grpSpPr>
        <p:sp>
          <p:nvSpPr>
            <p:cNvPr id="283" name="Google Shape;283;p19"/>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9"/>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4">
    <p:spTree>
      <p:nvGrpSpPr>
        <p:cNvPr id="285" name="Shape 285"/>
        <p:cNvGrpSpPr/>
        <p:nvPr/>
      </p:nvGrpSpPr>
      <p:grpSpPr>
        <a:xfrm>
          <a:off x="0" y="0"/>
          <a:ext cx="0" cy="0"/>
          <a:chOff x="0" y="0"/>
          <a:chExt cx="0" cy="0"/>
        </a:xfrm>
      </p:grpSpPr>
      <p:sp>
        <p:nvSpPr>
          <p:cNvPr id="286" name="Google Shape;286;p20"/>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0"/>
          <p:cNvSpPr txBox="1"/>
          <p:nvPr>
            <p:ph type="title"/>
          </p:nvPr>
        </p:nvSpPr>
        <p:spPr>
          <a:xfrm>
            <a:off x="660413" y="3042796"/>
            <a:ext cx="3786600" cy="841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88" name="Google Shape;288;p20"/>
          <p:cNvSpPr txBox="1"/>
          <p:nvPr>
            <p:ph hasCustomPrompt="1" idx="2" type="title"/>
          </p:nvPr>
        </p:nvSpPr>
        <p:spPr>
          <a:xfrm>
            <a:off x="660413" y="1166845"/>
            <a:ext cx="3786600" cy="1216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0"/>
              <a:buNone/>
              <a:defRPr sz="12000">
                <a:solidFill>
                  <a:schemeClr val="dk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289" name="Google Shape;289;p20"/>
          <p:cNvSpPr txBox="1"/>
          <p:nvPr>
            <p:ph idx="1" type="subTitle"/>
          </p:nvPr>
        </p:nvSpPr>
        <p:spPr>
          <a:xfrm>
            <a:off x="660413" y="3802300"/>
            <a:ext cx="3786600" cy="623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200"/>
              <a:buNone/>
              <a:defRPr/>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290" name="Google Shape;290;p20"/>
          <p:cNvSpPr/>
          <p:nvPr/>
        </p:nvSpPr>
        <p:spPr>
          <a:xfrm flipH="1" rot="9593614">
            <a:off x="-3063799" y="-913641"/>
            <a:ext cx="7570919" cy="4973376"/>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0"/>
          <p:cNvSpPr/>
          <p:nvPr/>
        </p:nvSpPr>
        <p:spPr>
          <a:xfrm flipH="1" rot="10800000">
            <a:off x="-351834" y="-633000"/>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0"/>
          <p:cNvSpPr/>
          <p:nvPr/>
        </p:nvSpPr>
        <p:spPr>
          <a:xfrm flipH="1" rot="7572997">
            <a:off x="4888768" y="4809512"/>
            <a:ext cx="451684" cy="451723"/>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0"/>
          <p:cNvSpPr/>
          <p:nvPr/>
        </p:nvSpPr>
        <p:spPr>
          <a:xfrm rot="10800000">
            <a:off x="3385172" y="-457885"/>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4" name="Google Shape;294;p20"/>
          <p:cNvGrpSpPr/>
          <p:nvPr/>
        </p:nvGrpSpPr>
        <p:grpSpPr>
          <a:xfrm rot="10800000">
            <a:off x="-272565" y="4402845"/>
            <a:ext cx="1265051" cy="1265051"/>
            <a:chOff x="3912750" y="637550"/>
            <a:chExt cx="947533" cy="947533"/>
          </a:xfrm>
        </p:grpSpPr>
        <p:sp>
          <p:nvSpPr>
            <p:cNvPr id="295" name="Google Shape;295;p20"/>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0"/>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7" name="Google Shape;297;p20"/>
          <p:cNvSpPr/>
          <p:nvPr/>
        </p:nvSpPr>
        <p:spPr>
          <a:xfrm flipH="1" rot="-5400000">
            <a:off x="5224456" y="1108039"/>
            <a:ext cx="7437684" cy="5089589"/>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0"/>
          <p:cNvSpPr/>
          <p:nvPr/>
        </p:nvSpPr>
        <p:spPr>
          <a:xfrm flipH="1" rot="10800000">
            <a:off x="7118425" y="-548835"/>
            <a:ext cx="1255220" cy="1255186"/>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0"/>
          <p:cNvSpPr/>
          <p:nvPr/>
        </p:nvSpPr>
        <p:spPr>
          <a:xfrm flipH="1" rot="7572997">
            <a:off x="7995443" y="365512"/>
            <a:ext cx="451684" cy="451723"/>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CUSTOM_31">
    <p:spTree>
      <p:nvGrpSpPr>
        <p:cNvPr id="300" name="Shape 300"/>
        <p:cNvGrpSpPr/>
        <p:nvPr/>
      </p:nvGrpSpPr>
      <p:grpSpPr>
        <a:xfrm>
          <a:off x="0" y="0"/>
          <a:ext cx="0" cy="0"/>
          <a:chOff x="0" y="0"/>
          <a:chExt cx="0" cy="0"/>
        </a:xfrm>
      </p:grpSpPr>
      <p:sp>
        <p:nvSpPr>
          <p:cNvPr id="301" name="Google Shape;301;p21"/>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1"/>
          <p:cNvSpPr/>
          <p:nvPr/>
        </p:nvSpPr>
        <p:spPr>
          <a:xfrm flipH="1" rot="152678">
            <a:off x="423099" y="-382664"/>
            <a:ext cx="9221569" cy="6057697"/>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1"/>
          <p:cNvSpPr txBox="1"/>
          <p:nvPr>
            <p:ph type="title"/>
          </p:nvPr>
        </p:nvSpPr>
        <p:spPr>
          <a:xfrm>
            <a:off x="3622990" y="1807388"/>
            <a:ext cx="4981200" cy="841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04" name="Google Shape;304;p21"/>
          <p:cNvSpPr txBox="1"/>
          <p:nvPr>
            <p:ph hasCustomPrompt="1" idx="2" type="title"/>
          </p:nvPr>
        </p:nvSpPr>
        <p:spPr>
          <a:xfrm>
            <a:off x="876150" y="1963501"/>
            <a:ext cx="2505600" cy="12165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2000"/>
              <a:buNone/>
              <a:defRPr sz="12000">
                <a:solidFill>
                  <a:schemeClr val="dk1"/>
                </a:solidFill>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305" name="Google Shape;305;p21"/>
          <p:cNvSpPr txBox="1"/>
          <p:nvPr>
            <p:ph idx="1" type="subTitle"/>
          </p:nvPr>
        </p:nvSpPr>
        <p:spPr>
          <a:xfrm>
            <a:off x="3622990" y="2712713"/>
            <a:ext cx="4981200" cy="623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200"/>
              <a:buNone/>
              <a:defRPr/>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306" name="Google Shape;306;p21"/>
          <p:cNvSpPr/>
          <p:nvPr/>
        </p:nvSpPr>
        <p:spPr>
          <a:xfrm>
            <a:off x="205428" y="265022"/>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1"/>
          <p:cNvSpPr/>
          <p:nvPr/>
        </p:nvSpPr>
        <p:spPr>
          <a:xfrm>
            <a:off x="8033415" y="2791322"/>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1"/>
          <p:cNvSpPr/>
          <p:nvPr/>
        </p:nvSpPr>
        <p:spPr>
          <a:xfrm>
            <a:off x="4783537" y="-584379"/>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1"/>
          <p:cNvSpPr/>
          <p:nvPr/>
        </p:nvSpPr>
        <p:spPr>
          <a:xfrm>
            <a:off x="4493304" y="454881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1"/>
          <p:cNvSpPr/>
          <p:nvPr/>
        </p:nvSpPr>
        <p:spPr>
          <a:xfrm flipH="1">
            <a:off x="7662222" y="4772218"/>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1" name="Google Shape;311;p21"/>
          <p:cNvGrpSpPr/>
          <p:nvPr/>
        </p:nvGrpSpPr>
        <p:grpSpPr>
          <a:xfrm flipH="1">
            <a:off x="1123410" y="-420787"/>
            <a:ext cx="1265051" cy="1265051"/>
            <a:chOff x="3912750" y="637550"/>
            <a:chExt cx="947533" cy="947533"/>
          </a:xfrm>
        </p:grpSpPr>
        <p:sp>
          <p:nvSpPr>
            <p:cNvPr id="312" name="Google Shape;312;p21"/>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1"/>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4">
    <p:spTree>
      <p:nvGrpSpPr>
        <p:cNvPr id="314" name="Shape 314"/>
        <p:cNvGrpSpPr/>
        <p:nvPr/>
      </p:nvGrpSpPr>
      <p:grpSpPr>
        <a:xfrm>
          <a:off x="0" y="0"/>
          <a:ext cx="0" cy="0"/>
          <a:chOff x="0" y="0"/>
          <a:chExt cx="0" cy="0"/>
        </a:xfrm>
      </p:grpSpPr>
      <p:sp>
        <p:nvSpPr>
          <p:cNvPr id="315" name="Google Shape;315;p22"/>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2"/>
          <p:cNvSpPr/>
          <p:nvPr/>
        </p:nvSpPr>
        <p:spPr>
          <a:xfrm flipH="1" rot="152678">
            <a:off x="-43151" y="-681653"/>
            <a:ext cx="9221569" cy="6057697"/>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2"/>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8" name="Google Shape;318;p22"/>
          <p:cNvSpPr/>
          <p:nvPr/>
        </p:nvSpPr>
        <p:spPr>
          <a:xfrm flipH="1" rot="10800000">
            <a:off x="-87747" y="3978848"/>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2"/>
          <p:cNvSpPr/>
          <p:nvPr/>
        </p:nvSpPr>
        <p:spPr>
          <a:xfrm flipH="1" rot="10800000">
            <a:off x="4774540" y="4917366"/>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2"/>
          <p:cNvSpPr/>
          <p:nvPr/>
        </p:nvSpPr>
        <p:spPr>
          <a:xfrm flipH="1" rot="10800000">
            <a:off x="8316312" y="4570384"/>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2"/>
          <p:cNvSpPr/>
          <p:nvPr/>
        </p:nvSpPr>
        <p:spPr>
          <a:xfrm flipH="1" rot="10800000">
            <a:off x="1837279" y="-124094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2"/>
          <p:cNvSpPr/>
          <p:nvPr/>
        </p:nvSpPr>
        <p:spPr>
          <a:xfrm rot="10800000">
            <a:off x="8477122" y="1127124"/>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3" name="Google Shape;323;p22"/>
          <p:cNvGrpSpPr/>
          <p:nvPr/>
        </p:nvGrpSpPr>
        <p:grpSpPr>
          <a:xfrm rot="10800000">
            <a:off x="-535615" y="1254491"/>
            <a:ext cx="1265051" cy="1265051"/>
            <a:chOff x="3912750" y="637550"/>
            <a:chExt cx="947533" cy="947533"/>
          </a:xfrm>
        </p:grpSpPr>
        <p:sp>
          <p:nvSpPr>
            <p:cNvPr id="324" name="Google Shape;324;p22"/>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2"/>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5">
    <p:spTree>
      <p:nvGrpSpPr>
        <p:cNvPr id="326" name="Shape 326"/>
        <p:cNvGrpSpPr/>
        <p:nvPr/>
      </p:nvGrpSpPr>
      <p:grpSpPr>
        <a:xfrm>
          <a:off x="0" y="0"/>
          <a:ext cx="0" cy="0"/>
          <a:chOff x="0" y="0"/>
          <a:chExt cx="0" cy="0"/>
        </a:xfrm>
      </p:grpSpPr>
      <p:sp>
        <p:nvSpPr>
          <p:cNvPr id="327" name="Google Shape;327;p23"/>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3"/>
          <p:cNvSpPr/>
          <p:nvPr/>
        </p:nvSpPr>
        <p:spPr>
          <a:xfrm flipH="1">
            <a:off x="3438223" y="1103926"/>
            <a:ext cx="7570971" cy="4973410"/>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3"/>
          <p:cNvSpPr/>
          <p:nvPr/>
        </p:nvSpPr>
        <p:spPr>
          <a:xfrm flipH="1" rot="10800000">
            <a:off x="-3537086" y="-1255575"/>
            <a:ext cx="7437684" cy="3930907"/>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3"/>
          <p:cNvSpPr/>
          <p:nvPr/>
        </p:nvSpPr>
        <p:spPr>
          <a:xfrm>
            <a:off x="8430736" y="4582279"/>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3"/>
          <p:cNvSpPr/>
          <p:nvPr/>
        </p:nvSpPr>
        <p:spPr>
          <a:xfrm>
            <a:off x="414424" y="4611254"/>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3"/>
          <p:cNvSpPr/>
          <p:nvPr/>
        </p:nvSpPr>
        <p:spPr>
          <a:xfrm>
            <a:off x="-912500" y="-6600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3"/>
          <p:cNvSpPr/>
          <p:nvPr/>
        </p:nvSpPr>
        <p:spPr>
          <a:xfrm>
            <a:off x="8632874" y="365416"/>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4" name="Google Shape;334;p23"/>
          <p:cNvGrpSpPr/>
          <p:nvPr/>
        </p:nvGrpSpPr>
        <p:grpSpPr>
          <a:xfrm>
            <a:off x="-533111" y="2954875"/>
            <a:ext cx="947533" cy="947533"/>
            <a:chOff x="3912750" y="637550"/>
            <a:chExt cx="947533" cy="947533"/>
          </a:xfrm>
        </p:grpSpPr>
        <p:sp>
          <p:nvSpPr>
            <p:cNvPr id="335" name="Google Shape;335;p23"/>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3"/>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7" name="Google Shape;337;p23"/>
          <p:cNvSpPr/>
          <p:nvPr/>
        </p:nvSpPr>
        <p:spPr>
          <a:xfrm>
            <a:off x="3070214" y="467290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3"/>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6">
    <p:spTree>
      <p:nvGrpSpPr>
        <p:cNvPr id="339" name="Shape 339"/>
        <p:cNvGrpSpPr/>
        <p:nvPr/>
      </p:nvGrpSpPr>
      <p:grpSpPr>
        <a:xfrm>
          <a:off x="0" y="0"/>
          <a:ext cx="0" cy="0"/>
          <a:chOff x="0" y="0"/>
          <a:chExt cx="0" cy="0"/>
        </a:xfrm>
      </p:grpSpPr>
      <p:sp>
        <p:nvSpPr>
          <p:cNvPr id="340" name="Google Shape;340;p24"/>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4"/>
          <p:cNvSpPr/>
          <p:nvPr/>
        </p:nvSpPr>
        <p:spPr>
          <a:xfrm flipH="1" rot="10800000">
            <a:off x="145664" y="-976025"/>
            <a:ext cx="7437684" cy="3930907"/>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4"/>
          <p:cNvSpPr/>
          <p:nvPr/>
        </p:nvSpPr>
        <p:spPr>
          <a:xfrm>
            <a:off x="8513036" y="5005029"/>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4"/>
          <p:cNvSpPr/>
          <p:nvPr/>
        </p:nvSpPr>
        <p:spPr>
          <a:xfrm>
            <a:off x="-246876" y="4611254"/>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4"/>
          <p:cNvSpPr/>
          <p:nvPr/>
        </p:nvSpPr>
        <p:spPr>
          <a:xfrm>
            <a:off x="8879750" y="185998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4"/>
          <p:cNvSpPr/>
          <p:nvPr/>
        </p:nvSpPr>
        <p:spPr>
          <a:xfrm>
            <a:off x="145674" y="264241"/>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6" name="Google Shape;346;p24"/>
          <p:cNvGrpSpPr/>
          <p:nvPr/>
        </p:nvGrpSpPr>
        <p:grpSpPr>
          <a:xfrm>
            <a:off x="8605714" y="-289525"/>
            <a:ext cx="947533" cy="947533"/>
            <a:chOff x="3912750" y="637550"/>
            <a:chExt cx="947533" cy="947533"/>
          </a:xfrm>
        </p:grpSpPr>
        <p:sp>
          <p:nvSpPr>
            <p:cNvPr id="347" name="Google Shape;347;p24"/>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4"/>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9" name="Google Shape;349;p24"/>
          <p:cNvSpPr/>
          <p:nvPr/>
        </p:nvSpPr>
        <p:spPr>
          <a:xfrm>
            <a:off x="2267814" y="4883713"/>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4"/>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3">
    <p:spTree>
      <p:nvGrpSpPr>
        <p:cNvPr id="351" name="Shape 351"/>
        <p:cNvGrpSpPr/>
        <p:nvPr/>
      </p:nvGrpSpPr>
      <p:grpSpPr>
        <a:xfrm>
          <a:off x="0" y="0"/>
          <a:ext cx="0" cy="0"/>
          <a:chOff x="0" y="0"/>
          <a:chExt cx="0" cy="0"/>
        </a:xfrm>
      </p:grpSpPr>
      <p:sp>
        <p:nvSpPr>
          <p:cNvPr id="352" name="Google Shape;352;p25"/>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5"/>
          <p:cNvSpPr/>
          <p:nvPr/>
        </p:nvSpPr>
        <p:spPr>
          <a:xfrm flipH="1" rot="4624433">
            <a:off x="-2425894" y="876374"/>
            <a:ext cx="7570803" cy="4973300"/>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5"/>
          <p:cNvSpPr/>
          <p:nvPr/>
        </p:nvSpPr>
        <p:spPr>
          <a:xfrm flipH="1" rot="10800000">
            <a:off x="-431084" y="4323613"/>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5"/>
          <p:cNvSpPr/>
          <p:nvPr/>
        </p:nvSpPr>
        <p:spPr>
          <a:xfrm flipH="1" rot="7572997">
            <a:off x="-262007" y="2999012"/>
            <a:ext cx="451684" cy="451723"/>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5"/>
          <p:cNvSpPr/>
          <p:nvPr/>
        </p:nvSpPr>
        <p:spPr>
          <a:xfrm rot="10800000">
            <a:off x="7118422" y="4500440"/>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7" name="Google Shape;357;p25"/>
          <p:cNvGrpSpPr/>
          <p:nvPr/>
        </p:nvGrpSpPr>
        <p:grpSpPr>
          <a:xfrm rot="10800000">
            <a:off x="-351815" y="366445"/>
            <a:ext cx="1265051" cy="1265051"/>
            <a:chOff x="3912750" y="637550"/>
            <a:chExt cx="947533" cy="947533"/>
          </a:xfrm>
        </p:grpSpPr>
        <p:sp>
          <p:nvSpPr>
            <p:cNvPr id="358" name="Google Shape;358;p25"/>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5"/>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0" name="Google Shape;360;p25"/>
          <p:cNvSpPr/>
          <p:nvPr/>
        </p:nvSpPr>
        <p:spPr>
          <a:xfrm flipH="1" rot="-8883125">
            <a:off x="5203903" y="26969"/>
            <a:ext cx="7437657" cy="5089559"/>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25"/>
          <p:cNvSpPr/>
          <p:nvPr/>
        </p:nvSpPr>
        <p:spPr>
          <a:xfrm flipH="1" rot="-9548220">
            <a:off x="7869421" y="136582"/>
            <a:ext cx="1255268" cy="1255234"/>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25"/>
          <p:cNvSpPr/>
          <p:nvPr/>
        </p:nvSpPr>
        <p:spPr>
          <a:xfrm flipH="1" rot="8824802">
            <a:off x="8532716" y="1186600"/>
            <a:ext cx="451688" cy="45172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25"/>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24">
    <p:spTree>
      <p:nvGrpSpPr>
        <p:cNvPr id="364" name="Shape 364"/>
        <p:cNvGrpSpPr/>
        <p:nvPr/>
      </p:nvGrpSpPr>
      <p:grpSpPr>
        <a:xfrm>
          <a:off x="0" y="0"/>
          <a:ext cx="0" cy="0"/>
          <a:chOff x="0" y="0"/>
          <a:chExt cx="0" cy="0"/>
        </a:xfrm>
      </p:grpSpPr>
      <p:sp>
        <p:nvSpPr>
          <p:cNvPr id="365" name="Google Shape;365;p26"/>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6"/>
          <p:cNvSpPr/>
          <p:nvPr/>
        </p:nvSpPr>
        <p:spPr>
          <a:xfrm rot="-8493879">
            <a:off x="3645057" y="-1125988"/>
            <a:ext cx="7437821" cy="3930979"/>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6"/>
          <p:cNvSpPr/>
          <p:nvPr/>
        </p:nvSpPr>
        <p:spPr>
          <a:xfrm flipH="1">
            <a:off x="-3394072" y="4582279"/>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6"/>
          <p:cNvSpPr/>
          <p:nvPr/>
        </p:nvSpPr>
        <p:spPr>
          <a:xfrm flipH="1">
            <a:off x="3467514" y="469087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6"/>
          <p:cNvSpPr/>
          <p:nvPr/>
        </p:nvSpPr>
        <p:spPr>
          <a:xfrm flipH="1">
            <a:off x="-710354" y="921546"/>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6"/>
          <p:cNvSpPr/>
          <p:nvPr/>
        </p:nvSpPr>
        <p:spPr>
          <a:xfrm flipH="1">
            <a:off x="-3537086" y="365416"/>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1" name="Google Shape;371;p26"/>
          <p:cNvGrpSpPr/>
          <p:nvPr/>
        </p:nvGrpSpPr>
        <p:grpSpPr>
          <a:xfrm flipH="1">
            <a:off x="239045" y="3921850"/>
            <a:ext cx="947533" cy="947533"/>
            <a:chOff x="3912750" y="637550"/>
            <a:chExt cx="947533" cy="947533"/>
          </a:xfrm>
        </p:grpSpPr>
        <p:sp>
          <p:nvSpPr>
            <p:cNvPr id="372" name="Google Shape;372;p26"/>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6"/>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4" name="Google Shape;374;p26"/>
          <p:cNvSpPr/>
          <p:nvPr/>
        </p:nvSpPr>
        <p:spPr>
          <a:xfrm flipH="1">
            <a:off x="8740721" y="102100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26"/>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76" name="Google Shape;376;p26"/>
          <p:cNvSpPr/>
          <p:nvPr/>
        </p:nvSpPr>
        <p:spPr>
          <a:xfrm flipH="1">
            <a:off x="7680205" y="4518343"/>
            <a:ext cx="1060519" cy="1060490"/>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CUSTOM_25">
    <p:spTree>
      <p:nvGrpSpPr>
        <p:cNvPr id="377" name="Shape 377"/>
        <p:cNvGrpSpPr/>
        <p:nvPr/>
      </p:nvGrpSpPr>
      <p:grpSpPr>
        <a:xfrm>
          <a:off x="0" y="0"/>
          <a:ext cx="0" cy="0"/>
          <a:chOff x="0" y="0"/>
          <a:chExt cx="0" cy="0"/>
        </a:xfrm>
      </p:grpSpPr>
      <p:sp>
        <p:nvSpPr>
          <p:cNvPr id="378" name="Google Shape;378;p27"/>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7"/>
          <p:cNvSpPr/>
          <p:nvPr/>
        </p:nvSpPr>
        <p:spPr>
          <a:xfrm flipH="1" rot="-2700000">
            <a:off x="3719835" y="491275"/>
            <a:ext cx="7570871" cy="4973344"/>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7"/>
          <p:cNvSpPr/>
          <p:nvPr/>
        </p:nvSpPr>
        <p:spPr>
          <a:xfrm flipH="1" rot="6120395">
            <a:off x="-3108134" y="-506771"/>
            <a:ext cx="7437662" cy="3930895"/>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7"/>
          <p:cNvSpPr/>
          <p:nvPr/>
        </p:nvSpPr>
        <p:spPr>
          <a:xfrm>
            <a:off x="8430736" y="4159529"/>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7"/>
          <p:cNvSpPr/>
          <p:nvPr/>
        </p:nvSpPr>
        <p:spPr>
          <a:xfrm>
            <a:off x="-105326" y="444927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7"/>
          <p:cNvSpPr/>
          <p:nvPr/>
        </p:nvSpPr>
        <p:spPr>
          <a:xfrm>
            <a:off x="1129575" y="444927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7"/>
          <p:cNvSpPr/>
          <p:nvPr/>
        </p:nvSpPr>
        <p:spPr>
          <a:xfrm>
            <a:off x="8038174" y="-9"/>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5" name="Google Shape;385;p27"/>
          <p:cNvGrpSpPr/>
          <p:nvPr/>
        </p:nvGrpSpPr>
        <p:grpSpPr>
          <a:xfrm>
            <a:off x="8632864" y="1246850"/>
            <a:ext cx="947533" cy="947533"/>
            <a:chOff x="3912750" y="637550"/>
            <a:chExt cx="947533" cy="947533"/>
          </a:xfrm>
        </p:grpSpPr>
        <p:sp>
          <p:nvSpPr>
            <p:cNvPr id="386" name="Google Shape;386;p27"/>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7"/>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8" name="Google Shape;388;p27"/>
          <p:cNvSpPr/>
          <p:nvPr/>
        </p:nvSpPr>
        <p:spPr>
          <a:xfrm>
            <a:off x="-405911" y="759175"/>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7"/>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7">
  <p:cSld name="CUSTOM_29">
    <p:spTree>
      <p:nvGrpSpPr>
        <p:cNvPr id="390" name="Shape 390"/>
        <p:cNvGrpSpPr/>
        <p:nvPr/>
      </p:nvGrpSpPr>
      <p:grpSpPr>
        <a:xfrm>
          <a:off x="0" y="0"/>
          <a:ext cx="0" cy="0"/>
          <a:chOff x="0" y="0"/>
          <a:chExt cx="0" cy="0"/>
        </a:xfrm>
      </p:grpSpPr>
      <p:sp>
        <p:nvSpPr>
          <p:cNvPr id="391" name="Google Shape;391;p28"/>
          <p:cNvSpPr/>
          <p:nvPr/>
        </p:nvSpPr>
        <p:spPr>
          <a:xfrm rot="10612777">
            <a:off x="-963410" y="-684046"/>
            <a:ext cx="7437600" cy="5089553"/>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28"/>
          <p:cNvSpPr/>
          <p:nvPr/>
        </p:nvSpPr>
        <p:spPr>
          <a:xfrm rot="-4624433">
            <a:off x="4395026" y="876374"/>
            <a:ext cx="7570803" cy="4973300"/>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8"/>
          <p:cNvSpPr/>
          <p:nvPr/>
        </p:nvSpPr>
        <p:spPr>
          <a:xfrm rot="10800000">
            <a:off x="-437727" y="4845463"/>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8"/>
          <p:cNvSpPr/>
          <p:nvPr/>
        </p:nvSpPr>
        <p:spPr>
          <a:xfrm rot="-7572997">
            <a:off x="11324283" y="2999012"/>
            <a:ext cx="451684" cy="451723"/>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28"/>
          <p:cNvSpPr/>
          <p:nvPr/>
        </p:nvSpPr>
        <p:spPr>
          <a:xfrm flipH="1" rot="10800000">
            <a:off x="0" y="-300135"/>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6" name="Google Shape;396;p28"/>
          <p:cNvGrpSpPr/>
          <p:nvPr/>
        </p:nvGrpSpPr>
        <p:grpSpPr>
          <a:xfrm flipH="1" rot="10800000">
            <a:off x="10600724" y="366445"/>
            <a:ext cx="1265051" cy="1265051"/>
            <a:chOff x="3912750" y="637550"/>
            <a:chExt cx="947533" cy="947533"/>
          </a:xfrm>
        </p:grpSpPr>
        <p:sp>
          <p:nvSpPr>
            <p:cNvPr id="397" name="Google Shape;397;p28"/>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28"/>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9" name="Google Shape;399;p28"/>
          <p:cNvSpPr/>
          <p:nvPr/>
        </p:nvSpPr>
        <p:spPr>
          <a:xfrm rot="-7596057">
            <a:off x="7897867" y="-49664"/>
            <a:ext cx="1255252" cy="1255218"/>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8"/>
          <p:cNvSpPr/>
          <p:nvPr/>
        </p:nvSpPr>
        <p:spPr>
          <a:xfrm rot="-4369158">
            <a:off x="7604746" y="276207"/>
            <a:ext cx="451686" cy="451725"/>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8"/>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7">
    <p:spTree>
      <p:nvGrpSpPr>
        <p:cNvPr id="402" name="Shape 402"/>
        <p:cNvGrpSpPr/>
        <p:nvPr/>
      </p:nvGrpSpPr>
      <p:grpSpPr>
        <a:xfrm>
          <a:off x="0" y="0"/>
          <a:ext cx="0" cy="0"/>
          <a:chOff x="0" y="0"/>
          <a:chExt cx="0" cy="0"/>
        </a:xfrm>
      </p:grpSpPr>
      <p:sp>
        <p:nvSpPr>
          <p:cNvPr id="403" name="Google Shape;403;p29"/>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29"/>
          <p:cNvSpPr/>
          <p:nvPr/>
        </p:nvSpPr>
        <p:spPr>
          <a:xfrm flipH="1" rot="10800000">
            <a:off x="-1573640" y="-182875"/>
            <a:ext cx="7437684" cy="3930907"/>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9"/>
          <p:cNvSpPr txBox="1"/>
          <p:nvPr>
            <p:ph idx="1" type="subTitle"/>
          </p:nvPr>
        </p:nvSpPr>
        <p:spPr>
          <a:xfrm>
            <a:off x="891389" y="1585405"/>
            <a:ext cx="4937700" cy="331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solidFill>
                  <a:srgbClr val="242424"/>
                </a:solidFill>
                <a:latin typeface="Anaheim"/>
                <a:ea typeface="Anaheim"/>
                <a:cs typeface="Anaheim"/>
                <a:sym typeface="Anahei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6" name="Google Shape;406;p29"/>
          <p:cNvSpPr txBox="1"/>
          <p:nvPr>
            <p:ph idx="2" type="subTitle"/>
          </p:nvPr>
        </p:nvSpPr>
        <p:spPr>
          <a:xfrm>
            <a:off x="891389" y="2805988"/>
            <a:ext cx="4937700" cy="331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solidFill>
                  <a:srgbClr val="242424"/>
                </a:solidFill>
                <a:latin typeface="Anaheim"/>
                <a:ea typeface="Anaheim"/>
                <a:cs typeface="Anaheim"/>
                <a:sym typeface="Anahei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7" name="Google Shape;407;p29"/>
          <p:cNvSpPr txBox="1"/>
          <p:nvPr>
            <p:ph idx="3" type="subTitle"/>
          </p:nvPr>
        </p:nvSpPr>
        <p:spPr>
          <a:xfrm>
            <a:off x="891389" y="4049720"/>
            <a:ext cx="4937700" cy="331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solidFill>
                  <a:srgbClr val="242424"/>
                </a:solidFill>
                <a:latin typeface="Anaheim"/>
                <a:ea typeface="Anaheim"/>
                <a:cs typeface="Anaheim"/>
                <a:sym typeface="Anaheim"/>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08" name="Google Shape;408;p29"/>
          <p:cNvSpPr txBox="1"/>
          <p:nvPr>
            <p:ph hasCustomPrompt="1" type="title"/>
          </p:nvPr>
        </p:nvSpPr>
        <p:spPr>
          <a:xfrm>
            <a:off x="891389" y="762275"/>
            <a:ext cx="4937700" cy="91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000"/>
              <a:buNone/>
              <a:defRPr sz="5200"/>
            </a:lvl1pPr>
            <a:lvl2pPr lvl="1" rtl="0" algn="ctr">
              <a:spcBef>
                <a:spcPts val="0"/>
              </a:spcBef>
              <a:spcAft>
                <a:spcPts val="0"/>
              </a:spcAft>
              <a:buSzPts val="8000"/>
              <a:buNone/>
              <a:defRPr sz="8000"/>
            </a:lvl2pPr>
            <a:lvl3pPr lvl="2" rtl="0" algn="ctr">
              <a:spcBef>
                <a:spcPts val="0"/>
              </a:spcBef>
              <a:spcAft>
                <a:spcPts val="0"/>
              </a:spcAft>
              <a:buSzPts val="8000"/>
              <a:buNone/>
              <a:defRPr sz="8000"/>
            </a:lvl3pPr>
            <a:lvl4pPr lvl="3" rtl="0" algn="ctr">
              <a:spcBef>
                <a:spcPts val="0"/>
              </a:spcBef>
              <a:spcAft>
                <a:spcPts val="0"/>
              </a:spcAft>
              <a:buSzPts val="8000"/>
              <a:buNone/>
              <a:defRPr sz="8000"/>
            </a:lvl4pPr>
            <a:lvl5pPr lvl="4" rtl="0" algn="ctr">
              <a:spcBef>
                <a:spcPts val="0"/>
              </a:spcBef>
              <a:spcAft>
                <a:spcPts val="0"/>
              </a:spcAft>
              <a:buSzPts val="8000"/>
              <a:buNone/>
              <a:defRPr sz="8000"/>
            </a:lvl5pPr>
            <a:lvl6pPr lvl="5" rtl="0" algn="ctr">
              <a:spcBef>
                <a:spcPts val="0"/>
              </a:spcBef>
              <a:spcAft>
                <a:spcPts val="0"/>
              </a:spcAft>
              <a:buSzPts val="8000"/>
              <a:buNone/>
              <a:defRPr sz="8000"/>
            </a:lvl6pPr>
            <a:lvl7pPr lvl="6" rtl="0" algn="ctr">
              <a:spcBef>
                <a:spcPts val="0"/>
              </a:spcBef>
              <a:spcAft>
                <a:spcPts val="0"/>
              </a:spcAft>
              <a:buSzPts val="8000"/>
              <a:buNone/>
              <a:defRPr sz="8000"/>
            </a:lvl7pPr>
            <a:lvl8pPr lvl="7" rtl="0" algn="ctr">
              <a:spcBef>
                <a:spcPts val="0"/>
              </a:spcBef>
              <a:spcAft>
                <a:spcPts val="0"/>
              </a:spcAft>
              <a:buSzPts val="8000"/>
              <a:buNone/>
              <a:defRPr sz="8000"/>
            </a:lvl8pPr>
            <a:lvl9pPr lvl="8" rtl="0" algn="ctr">
              <a:spcBef>
                <a:spcPts val="0"/>
              </a:spcBef>
              <a:spcAft>
                <a:spcPts val="0"/>
              </a:spcAft>
              <a:buSzPts val="8000"/>
              <a:buNone/>
              <a:defRPr sz="8000"/>
            </a:lvl9pPr>
          </a:lstStyle>
          <a:p>
            <a:r>
              <a:t>xx%</a:t>
            </a:r>
          </a:p>
        </p:txBody>
      </p:sp>
      <p:sp>
        <p:nvSpPr>
          <p:cNvPr id="409" name="Google Shape;409;p29"/>
          <p:cNvSpPr txBox="1"/>
          <p:nvPr>
            <p:ph hasCustomPrompt="1" idx="4" type="title"/>
          </p:nvPr>
        </p:nvSpPr>
        <p:spPr>
          <a:xfrm>
            <a:off x="891389" y="1978035"/>
            <a:ext cx="4937700" cy="91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000"/>
              <a:buNone/>
              <a:defRPr sz="5200"/>
            </a:lvl1pPr>
            <a:lvl2pPr lvl="1" rtl="0" algn="ctr">
              <a:spcBef>
                <a:spcPts val="0"/>
              </a:spcBef>
              <a:spcAft>
                <a:spcPts val="0"/>
              </a:spcAft>
              <a:buSzPts val="8000"/>
              <a:buNone/>
              <a:defRPr sz="8000"/>
            </a:lvl2pPr>
            <a:lvl3pPr lvl="2" rtl="0" algn="ctr">
              <a:spcBef>
                <a:spcPts val="0"/>
              </a:spcBef>
              <a:spcAft>
                <a:spcPts val="0"/>
              </a:spcAft>
              <a:buSzPts val="8000"/>
              <a:buNone/>
              <a:defRPr sz="8000"/>
            </a:lvl3pPr>
            <a:lvl4pPr lvl="3" rtl="0" algn="ctr">
              <a:spcBef>
                <a:spcPts val="0"/>
              </a:spcBef>
              <a:spcAft>
                <a:spcPts val="0"/>
              </a:spcAft>
              <a:buSzPts val="8000"/>
              <a:buNone/>
              <a:defRPr sz="8000"/>
            </a:lvl4pPr>
            <a:lvl5pPr lvl="4" rtl="0" algn="ctr">
              <a:spcBef>
                <a:spcPts val="0"/>
              </a:spcBef>
              <a:spcAft>
                <a:spcPts val="0"/>
              </a:spcAft>
              <a:buSzPts val="8000"/>
              <a:buNone/>
              <a:defRPr sz="8000"/>
            </a:lvl5pPr>
            <a:lvl6pPr lvl="5" rtl="0" algn="ctr">
              <a:spcBef>
                <a:spcPts val="0"/>
              </a:spcBef>
              <a:spcAft>
                <a:spcPts val="0"/>
              </a:spcAft>
              <a:buSzPts val="8000"/>
              <a:buNone/>
              <a:defRPr sz="8000"/>
            </a:lvl6pPr>
            <a:lvl7pPr lvl="6" rtl="0" algn="ctr">
              <a:spcBef>
                <a:spcPts val="0"/>
              </a:spcBef>
              <a:spcAft>
                <a:spcPts val="0"/>
              </a:spcAft>
              <a:buSzPts val="8000"/>
              <a:buNone/>
              <a:defRPr sz="8000"/>
            </a:lvl7pPr>
            <a:lvl8pPr lvl="7" rtl="0" algn="ctr">
              <a:spcBef>
                <a:spcPts val="0"/>
              </a:spcBef>
              <a:spcAft>
                <a:spcPts val="0"/>
              </a:spcAft>
              <a:buSzPts val="8000"/>
              <a:buNone/>
              <a:defRPr sz="8000"/>
            </a:lvl8pPr>
            <a:lvl9pPr lvl="8" rtl="0" algn="ctr">
              <a:spcBef>
                <a:spcPts val="0"/>
              </a:spcBef>
              <a:spcAft>
                <a:spcPts val="0"/>
              </a:spcAft>
              <a:buSzPts val="8000"/>
              <a:buNone/>
              <a:defRPr sz="8000"/>
            </a:lvl9pPr>
          </a:lstStyle>
          <a:p>
            <a:r>
              <a:t>xx%</a:t>
            </a:r>
          </a:p>
        </p:txBody>
      </p:sp>
      <p:sp>
        <p:nvSpPr>
          <p:cNvPr id="410" name="Google Shape;410;p29"/>
          <p:cNvSpPr txBox="1"/>
          <p:nvPr>
            <p:ph hasCustomPrompt="1" idx="5" type="title"/>
          </p:nvPr>
        </p:nvSpPr>
        <p:spPr>
          <a:xfrm>
            <a:off x="891389" y="3193795"/>
            <a:ext cx="4937700" cy="91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000"/>
              <a:buNone/>
              <a:defRPr sz="5700"/>
            </a:lvl1pPr>
            <a:lvl2pPr lvl="1" rtl="0" algn="ctr">
              <a:spcBef>
                <a:spcPts val="0"/>
              </a:spcBef>
              <a:spcAft>
                <a:spcPts val="0"/>
              </a:spcAft>
              <a:buSzPts val="8000"/>
              <a:buNone/>
              <a:defRPr sz="8000"/>
            </a:lvl2pPr>
            <a:lvl3pPr lvl="2" rtl="0" algn="ctr">
              <a:spcBef>
                <a:spcPts val="0"/>
              </a:spcBef>
              <a:spcAft>
                <a:spcPts val="0"/>
              </a:spcAft>
              <a:buSzPts val="8000"/>
              <a:buNone/>
              <a:defRPr sz="8000"/>
            </a:lvl3pPr>
            <a:lvl4pPr lvl="3" rtl="0" algn="ctr">
              <a:spcBef>
                <a:spcPts val="0"/>
              </a:spcBef>
              <a:spcAft>
                <a:spcPts val="0"/>
              </a:spcAft>
              <a:buSzPts val="8000"/>
              <a:buNone/>
              <a:defRPr sz="8000"/>
            </a:lvl4pPr>
            <a:lvl5pPr lvl="4" rtl="0" algn="ctr">
              <a:spcBef>
                <a:spcPts val="0"/>
              </a:spcBef>
              <a:spcAft>
                <a:spcPts val="0"/>
              </a:spcAft>
              <a:buSzPts val="8000"/>
              <a:buNone/>
              <a:defRPr sz="8000"/>
            </a:lvl5pPr>
            <a:lvl6pPr lvl="5" rtl="0" algn="ctr">
              <a:spcBef>
                <a:spcPts val="0"/>
              </a:spcBef>
              <a:spcAft>
                <a:spcPts val="0"/>
              </a:spcAft>
              <a:buSzPts val="8000"/>
              <a:buNone/>
              <a:defRPr sz="8000"/>
            </a:lvl6pPr>
            <a:lvl7pPr lvl="6" rtl="0" algn="ctr">
              <a:spcBef>
                <a:spcPts val="0"/>
              </a:spcBef>
              <a:spcAft>
                <a:spcPts val="0"/>
              </a:spcAft>
              <a:buSzPts val="8000"/>
              <a:buNone/>
              <a:defRPr sz="8000"/>
            </a:lvl7pPr>
            <a:lvl8pPr lvl="7" rtl="0" algn="ctr">
              <a:spcBef>
                <a:spcPts val="0"/>
              </a:spcBef>
              <a:spcAft>
                <a:spcPts val="0"/>
              </a:spcAft>
              <a:buSzPts val="8000"/>
              <a:buNone/>
              <a:defRPr sz="8000"/>
            </a:lvl8pPr>
            <a:lvl9pPr lvl="8" rtl="0" algn="ctr">
              <a:spcBef>
                <a:spcPts val="0"/>
              </a:spcBef>
              <a:spcAft>
                <a:spcPts val="0"/>
              </a:spcAft>
              <a:buSzPts val="8000"/>
              <a:buNone/>
              <a:defRPr sz="8000"/>
            </a:lvl9pPr>
          </a:lstStyle>
          <a:p>
            <a:r>
              <a:t>xx%</a:t>
            </a:r>
          </a:p>
        </p:txBody>
      </p:sp>
      <p:sp>
        <p:nvSpPr>
          <p:cNvPr id="411" name="Google Shape;411;p29"/>
          <p:cNvSpPr/>
          <p:nvPr/>
        </p:nvSpPr>
        <p:spPr>
          <a:xfrm rot="10800000">
            <a:off x="4" y="-607159"/>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9"/>
          <p:cNvSpPr/>
          <p:nvPr/>
        </p:nvSpPr>
        <p:spPr>
          <a:xfrm rot="10800000">
            <a:off x="-1070664" y="2784716"/>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9"/>
          <p:cNvSpPr/>
          <p:nvPr/>
        </p:nvSpPr>
        <p:spPr>
          <a:xfrm rot="10800000">
            <a:off x="1401218" y="4833474"/>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9"/>
          <p:cNvSpPr/>
          <p:nvPr/>
        </p:nvSpPr>
        <p:spPr>
          <a:xfrm rot="10800000">
            <a:off x="5864061" y="454194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9"/>
          <p:cNvSpPr/>
          <p:nvPr/>
        </p:nvSpPr>
        <p:spPr>
          <a:xfrm flipH="1">
            <a:off x="8204762" y="471215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6" name="Google Shape;416;p29"/>
          <p:cNvGrpSpPr/>
          <p:nvPr/>
        </p:nvGrpSpPr>
        <p:grpSpPr>
          <a:xfrm flipH="1">
            <a:off x="8204744" y="-428680"/>
            <a:ext cx="1265051" cy="1265051"/>
            <a:chOff x="3912750" y="637550"/>
            <a:chExt cx="947533" cy="947533"/>
          </a:xfrm>
        </p:grpSpPr>
        <p:sp>
          <p:nvSpPr>
            <p:cNvPr id="417" name="Google Shape;417;p29"/>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9"/>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23">
    <p:spTree>
      <p:nvGrpSpPr>
        <p:cNvPr id="419" name="Shape 419"/>
        <p:cNvGrpSpPr/>
        <p:nvPr/>
      </p:nvGrpSpPr>
      <p:grpSpPr>
        <a:xfrm>
          <a:off x="0" y="0"/>
          <a:ext cx="0" cy="0"/>
          <a:chOff x="0" y="0"/>
          <a:chExt cx="0" cy="0"/>
        </a:xfrm>
      </p:grpSpPr>
      <p:sp>
        <p:nvSpPr>
          <p:cNvPr id="420" name="Google Shape;420;p30"/>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0"/>
          <p:cNvSpPr/>
          <p:nvPr/>
        </p:nvSpPr>
        <p:spPr>
          <a:xfrm flipH="1" rot="-10580869">
            <a:off x="534931" y="-786165"/>
            <a:ext cx="8757776" cy="5992889"/>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0"/>
          <p:cNvSpPr txBox="1"/>
          <p:nvPr>
            <p:ph idx="1" type="subTitle"/>
          </p:nvPr>
        </p:nvSpPr>
        <p:spPr>
          <a:xfrm>
            <a:off x="1265787" y="1718223"/>
            <a:ext cx="3101400" cy="331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400">
                <a:solidFill>
                  <a:srgbClr val="242424"/>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3" name="Google Shape;423;p30"/>
          <p:cNvSpPr txBox="1"/>
          <p:nvPr>
            <p:ph idx="2" type="subTitle"/>
          </p:nvPr>
        </p:nvSpPr>
        <p:spPr>
          <a:xfrm>
            <a:off x="4776824" y="2739375"/>
            <a:ext cx="3101400" cy="331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400">
                <a:solidFill>
                  <a:srgbClr val="242424"/>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4" name="Google Shape;424;p30"/>
          <p:cNvSpPr txBox="1"/>
          <p:nvPr>
            <p:ph idx="3" type="subTitle"/>
          </p:nvPr>
        </p:nvSpPr>
        <p:spPr>
          <a:xfrm>
            <a:off x="1419794" y="3739311"/>
            <a:ext cx="3101400" cy="331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400">
                <a:solidFill>
                  <a:srgbClr val="242424"/>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25" name="Google Shape;425;p30"/>
          <p:cNvSpPr txBox="1"/>
          <p:nvPr>
            <p:ph hasCustomPrompt="1" type="title"/>
          </p:nvPr>
        </p:nvSpPr>
        <p:spPr>
          <a:xfrm>
            <a:off x="1527850" y="1016399"/>
            <a:ext cx="2577300" cy="569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000"/>
              <a:buNone/>
              <a:defRPr sz="5200">
                <a:solidFill>
                  <a:schemeClr val="dk1"/>
                </a:solidFill>
              </a:defRPr>
            </a:lvl1pPr>
            <a:lvl2pPr lvl="1" rtl="0" algn="ctr">
              <a:spcBef>
                <a:spcPts val="0"/>
              </a:spcBef>
              <a:spcAft>
                <a:spcPts val="0"/>
              </a:spcAft>
              <a:buSzPts val="8000"/>
              <a:buNone/>
              <a:defRPr sz="8000"/>
            </a:lvl2pPr>
            <a:lvl3pPr lvl="2" rtl="0" algn="ctr">
              <a:spcBef>
                <a:spcPts val="0"/>
              </a:spcBef>
              <a:spcAft>
                <a:spcPts val="0"/>
              </a:spcAft>
              <a:buSzPts val="8000"/>
              <a:buNone/>
              <a:defRPr sz="8000"/>
            </a:lvl3pPr>
            <a:lvl4pPr lvl="3" rtl="0" algn="ctr">
              <a:spcBef>
                <a:spcPts val="0"/>
              </a:spcBef>
              <a:spcAft>
                <a:spcPts val="0"/>
              </a:spcAft>
              <a:buSzPts val="8000"/>
              <a:buNone/>
              <a:defRPr sz="8000"/>
            </a:lvl4pPr>
            <a:lvl5pPr lvl="4" rtl="0" algn="ctr">
              <a:spcBef>
                <a:spcPts val="0"/>
              </a:spcBef>
              <a:spcAft>
                <a:spcPts val="0"/>
              </a:spcAft>
              <a:buSzPts val="8000"/>
              <a:buNone/>
              <a:defRPr sz="8000"/>
            </a:lvl5pPr>
            <a:lvl6pPr lvl="5" rtl="0" algn="ctr">
              <a:spcBef>
                <a:spcPts val="0"/>
              </a:spcBef>
              <a:spcAft>
                <a:spcPts val="0"/>
              </a:spcAft>
              <a:buSzPts val="8000"/>
              <a:buNone/>
              <a:defRPr sz="8000"/>
            </a:lvl6pPr>
            <a:lvl7pPr lvl="6" rtl="0" algn="ctr">
              <a:spcBef>
                <a:spcPts val="0"/>
              </a:spcBef>
              <a:spcAft>
                <a:spcPts val="0"/>
              </a:spcAft>
              <a:buSzPts val="8000"/>
              <a:buNone/>
              <a:defRPr sz="8000"/>
            </a:lvl7pPr>
            <a:lvl8pPr lvl="7" rtl="0" algn="ctr">
              <a:spcBef>
                <a:spcPts val="0"/>
              </a:spcBef>
              <a:spcAft>
                <a:spcPts val="0"/>
              </a:spcAft>
              <a:buSzPts val="8000"/>
              <a:buNone/>
              <a:defRPr sz="8000"/>
            </a:lvl8pPr>
            <a:lvl9pPr lvl="8" rtl="0" algn="ctr">
              <a:spcBef>
                <a:spcPts val="0"/>
              </a:spcBef>
              <a:spcAft>
                <a:spcPts val="0"/>
              </a:spcAft>
              <a:buSzPts val="8000"/>
              <a:buNone/>
              <a:defRPr sz="8000"/>
            </a:lvl9pPr>
          </a:lstStyle>
          <a:p>
            <a:r>
              <a:t>xx%</a:t>
            </a:r>
          </a:p>
        </p:txBody>
      </p:sp>
      <p:sp>
        <p:nvSpPr>
          <p:cNvPr id="426" name="Google Shape;426;p30"/>
          <p:cNvSpPr txBox="1"/>
          <p:nvPr>
            <p:ph hasCustomPrompt="1" idx="4" type="title"/>
          </p:nvPr>
        </p:nvSpPr>
        <p:spPr>
          <a:xfrm>
            <a:off x="5038874" y="2044670"/>
            <a:ext cx="2577300" cy="569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000"/>
              <a:buNone/>
              <a:defRPr sz="5200">
                <a:solidFill>
                  <a:schemeClr val="dk1"/>
                </a:solidFill>
              </a:defRPr>
            </a:lvl1pPr>
            <a:lvl2pPr lvl="1" rtl="0" algn="ctr">
              <a:spcBef>
                <a:spcPts val="0"/>
              </a:spcBef>
              <a:spcAft>
                <a:spcPts val="0"/>
              </a:spcAft>
              <a:buSzPts val="8000"/>
              <a:buNone/>
              <a:defRPr sz="8000"/>
            </a:lvl2pPr>
            <a:lvl3pPr lvl="2" rtl="0" algn="ctr">
              <a:spcBef>
                <a:spcPts val="0"/>
              </a:spcBef>
              <a:spcAft>
                <a:spcPts val="0"/>
              </a:spcAft>
              <a:buSzPts val="8000"/>
              <a:buNone/>
              <a:defRPr sz="8000"/>
            </a:lvl3pPr>
            <a:lvl4pPr lvl="3" rtl="0" algn="ctr">
              <a:spcBef>
                <a:spcPts val="0"/>
              </a:spcBef>
              <a:spcAft>
                <a:spcPts val="0"/>
              </a:spcAft>
              <a:buSzPts val="8000"/>
              <a:buNone/>
              <a:defRPr sz="8000"/>
            </a:lvl4pPr>
            <a:lvl5pPr lvl="4" rtl="0" algn="ctr">
              <a:spcBef>
                <a:spcPts val="0"/>
              </a:spcBef>
              <a:spcAft>
                <a:spcPts val="0"/>
              </a:spcAft>
              <a:buSzPts val="8000"/>
              <a:buNone/>
              <a:defRPr sz="8000"/>
            </a:lvl5pPr>
            <a:lvl6pPr lvl="5" rtl="0" algn="ctr">
              <a:spcBef>
                <a:spcPts val="0"/>
              </a:spcBef>
              <a:spcAft>
                <a:spcPts val="0"/>
              </a:spcAft>
              <a:buSzPts val="8000"/>
              <a:buNone/>
              <a:defRPr sz="8000"/>
            </a:lvl6pPr>
            <a:lvl7pPr lvl="6" rtl="0" algn="ctr">
              <a:spcBef>
                <a:spcPts val="0"/>
              </a:spcBef>
              <a:spcAft>
                <a:spcPts val="0"/>
              </a:spcAft>
              <a:buSzPts val="8000"/>
              <a:buNone/>
              <a:defRPr sz="8000"/>
            </a:lvl7pPr>
            <a:lvl8pPr lvl="7" rtl="0" algn="ctr">
              <a:spcBef>
                <a:spcPts val="0"/>
              </a:spcBef>
              <a:spcAft>
                <a:spcPts val="0"/>
              </a:spcAft>
              <a:buSzPts val="8000"/>
              <a:buNone/>
              <a:defRPr sz="8000"/>
            </a:lvl8pPr>
            <a:lvl9pPr lvl="8" rtl="0" algn="ctr">
              <a:spcBef>
                <a:spcPts val="0"/>
              </a:spcBef>
              <a:spcAft>
                <a:spcPts val="0"/>
              </a:spcAft>
              <a:buSzPts val="8000"/>
              <a:buNone/>
              <a:defRPr sz="8000"/>
            </a:lvl9pPr>
          </a:lstStyle>
          <a:p>
            <a:r>
              <a:t>xx%</a:t>
            </a:r>
          </a:p>
        </p:txBody>
      </p:sp>
      <p:sp>
        <p:nvSpPr>
          <p:cNvPr id="427" name="Google Shape;427;p30"/>
          <p:cNvSpPr txBox="1"/>
          <p:nvPr>
            <p:ph hasCustomPrompt="1" idx="5" type="title"/>
          </p:nvPr>
        </p:nvSpPr>
        <p:spPr>
          <a:xfrm>
            <a:off x="1681850" y="3042276"/>
            <a:ext cx="2577300" cy="569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8000"/>
              <a:buNone/>
              <a:defRPr sz="5700">
                <a:solidFill>
                  <a:schemeClr val="dk1"/>
                </a:solidFill>
              </a:defRPr>
            </a:lvl1pPr>
            <a:lvl2pPr lvl="1" rtl="0" algn="ctr">
              <a:spcBef>
                <a:spcPts val="0"/>
              </a:spcBef>
              <a:spcAft>
                <a:spcPts val="0"/>
              </a:spcAft>
              <a:buSzPts val="8000"/>
              <a:buNone/>
              <a:defRPr sz="8000"/>
            </a:lvl2pPr>
            <a:lvl3pPr lvl="2" rtl="0" algn="ctr">
              <a:spcBef>
                <a:spcPts val="0"/>
              </a:spcBef>
              <a:spcAft>
                <a:spcPts val="0"/>
              </a:spcAft>
              <a:buSzPts val="8000"/>
              <a:buNone/>
              <a:defRPr sz="8000"/>
            </a:lvl3pPr>
            <a:lvl4pPr lvl="3" rtl="0" algn="ctr">
              <a:spcBef>
                <a:spcPts val="0"/>
              </a:spcBef>
              <a:spcAft>
                <a:spcPts val="0"/>
              </a:spcAft>
              <a:buSzPts val="8000"/>
              <a:buNone/>
              <a:defRPr sz="8000"/>
            </a:lvl4pPr>
            <a:lvl5pPr lvl="4" rtl="0" algn="ctr">
              <a:spcBef>
                <a:spcPts val="0"/>
              </a:spcBef>
              <a:spcAft>
                <a:spcPts val="0"/>
              </a:spcAft>
              <a:buSzPts val="8000"/>
              <a:buNone/>
              <a:defRPr sz="8000"/>
            </a:lvl5pPr>
            <a:lvl6pPr lvl="5" rtl="0" algn="ctr">
              <a:spcBef>
                <a:spcPts val="0"/>
              </a:spcBef>
              <a:spcAft>
                <a:spcPts val="0"/>
              </a:spcAft>
              <a:buSzPts val="8000"/>
              <a:buNone/>
              <a:defRPr sz="8000"/>
            </a:lvl6pPr>
            <a:lvl7pPr lvl="6" rtl="0" algn="ctr">
              <a:spcBef>
                <a:spcPts val="0"/>
              </a:spcBef>
              <a:spcAft>
                <a:spcPts val="0"/>
              </a:spcAft>
              <a:buSzPts val="8000"/>
              <a:buNone/>
              <a:defRPr sz="8000"/>
            </a:lvl7pPr>
            <a:lvl8pPr lvl="7" rtl="0" algn="ctr">
              <a:spcBef>
                <a:spcPts val="0"/>
              </a:spcBef>
              <a:spcAft>
                <a:spcPts val="0"/>
              </a:spcAft>
              <a:buSzPts val="8000"/>
              <a:buNone/>
              <a:defRPr sz="8000"/>
            </a:lvl8pPr>
            <a:lvl9pPr lvl="8" rtl="0" algn="ctr">
              <a:spcBef>
                <a:spcPts val="0"/>
              </a:spcBef>
              <a:spcAft>
                <a:spcPts val="0"/>
              </a:spcAft>
              <a:buSzPts val="8000"/>
              <a:buNone/>
              <a:defRPr sz="8000"/>
            </a:lvl9pPr>
          </a:lstStyle>
          <a:p>
            <a:r>
              <a:t>xx%</a:t>
            </a:r>
          </a:p>
        </p:txBody>
      </p:sp>
      <p:sp>
        <p:nvSpPr>
          <p:cNvPr id="428" name="Google Shape;428;p30"/>
          <p:cNvSpPr/>
          <p:nvPr/>
        </p:nvSpPr>
        <p:spPr>
          <a:xfrm rot="10800000">
            <a:off x="7052829" y="-515484"/>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0"/>
          <p:cNvSpPr/>
          <p:nvPr/>
        </p:nvSpPr>
        <p:spPr>
          <a:xfrm rot="10800000">
            <a:off x="-480414" y="23144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0"/>
          <p:cNvSpPr/>
          <p:nvPr/>
        </p:nvSpPr>
        <p:spPr>
          <a:xfrm rot="10800000">
            <a:off x="3520343" y="5027849"/>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30"/>
          <p:cNvSpPr/>
          <p:nvPr/>
        </p:nvSpPr>
        <p:spPr>
          <a:xfrm rot="10800000">
            <a:off x="6773786" y="4347579"/>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0"/>
          <p:cNvSpPr/>
          <p:nvPr/>
        </p:nvSpPr>
        <p:spPr>
          <a:xfrm flipH="1">
            <a:off x="-340238" y="4712163"/>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3" name="Google Shape;433;p30"/>
          <p:cNvGrpSpPr/>
          <p:nvPr/>
        </p:nvGrpSpPr>
        <p:grpSpPr>
          <a:xfrm flipH="1">
            <a:off x="8595644" y="2204795"/>
            <a:ext cx="1265051" cy="1265051"/>
            <a:chOff x="3912750" y="637550"/>
            <a:chExt cx="947533" cy="947533"/>
          </a:xfrm>
        </p:grpSpPr>
        <p:sp>
          <p:nvSpPr>
            <p:cNvPr id="434" name="Google Shape;434;p30"/>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0"/>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21">
    <p:spTree>
      <p:nvGrpSpPr>
        <p:cNvPr id="436" name="Shape 436"/>
        <p:cNvGrpSpPr/>
        <p:nvPr/>
      </p:nvGrpSpPr>
      <p:grpSpPr>
        <a:xfrm>
          <a:off x="0" y="0"/>
          <a:ext cx="0" cy="0"/>
          <a:chOff x="0" y="0"/>
          <a:chExt cx="0" cy="0"/>
        </a:xfrm>
      </p:grpSpPr>
      <p:sp>
        <p:nvSpPr>
          <p:cNvPr id="437" name="Google Shape;437;p31"/>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31"/>
          <p:cNvSpPr/>
          <p:nvPr/>
        </p:nvSpPr>
        <p:spPr>
          <a:xfrm>
            <a:off x="424202" y="578141"/>
            <a:ext cx="9143923" cy="4832675"/>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1"/>
          <p:cNvSpPr txBox="1"/>
          <p:nvPr>
            <p:ph idx="1" type="subTitle"/>
          </p:nvPr>
        </p:nvSpPr>
        <p:spPr>
          <a:xfrm>
            <a:off x="4732850" y="2230325"/>
            <a:ext cx="3139200" cy="1230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40" name="Google Shape;440;p31"/>
          <p:cNvSpPr/>
          <p:nvPr/>
        </p:nvSpPr>
        <p:spPr>
          <a:xfrm flipH="1" rot="10800000">
            <a:off x="424203" y="4681948"/>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1"/>
          <p:cNvSpPr/>
          <p:nvPr/>
        </p:nvSpPr>
        <p:spPr>
          <a:xfrm flipH="1" rot="10800000">
            <a:off x="6492490" y="4623991"/>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1"/>
          <p:cNvSpPr/>
          <p:nvPr/>
        </p:nvSpPr>
        <p:spPr>
          <a:xfrm flipH="1" rot="10800000">
            <a:off x="4282437" y="4426659"/>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1"/>
          <p:cNvSpPr/>
          <p:nvPr/>
        </p:nvSpPr>
        <p:spPr>
          <a:xfrm flipH="1" rot="10800000">
            <a:off x="3479854" y="-60584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1"/>
          <p:cNvSpPr/>
          <p:nvPr/>
        </p:nvSpPr>
        <p:spPr>
          <a:xfrm rot="10800000">
            <a:off x="7959072" y="-66001"/>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5" name="Google Shape;445;p31"/>
          <p:cNvGrpSpPr/>
          <p:nvPr/>
        </p:nvGrpSpPr>
        <p:grpSpPr>
          <a:xfrm rot="10800000">
            <a:off x="-840840" y="229829"/>
            <a:ext cx="1265051" cy="1265051"/>
            <a:chOff x="3912750" y="637550"/>
            <a:chExt cx="947533" cy="947533"/>
          </a:xfrm>
        </p:grpSpPr>
        <p:sp>
          <p:nvSpPr>
            <p:cNvPr id="446" name="Google Shape;446;p31"/>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1"/>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8" name="Google Shape;448;p31"/>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8">
    <p:spTree>
      <p:nvGrpSpPr>
        <p:cNvPr id="449" name="Shape 449"/>
        <p:cNvGrpSpPr/>
        <p:nvPr/>
      </p:nvGrpSpPr>
      <p:grpSpPr>
        <a:xfrm>
          <a:off x="0" y="0"/>
          <a:ext cx="0" cy="0"/>
          <a:chOff x="0" y="0"/>
          <a:chExt cx="0" cy="0"/>
        </a:xfrm>
      </p:grpSpPr>
      <p:sp>
        <p:nvSpPr>
          <p:cNvPr id="450" name="Google Shape;450;p32"/>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32"/>
          <p:cNvSpPr/>
          <p:nvPr/>
        </p:nvSpPr>
        <p:spPr>
          <a:xfrm flipH="1" rot="10273444">
            <a:off x="-1291082" y="-1327613"/>
            <a:ext cx="9488663" cy="6233152"/>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2"/>
          <p:cNvSpPr txBox="1"/>
          <p:nvPr>
            <p:ph idx="1" type="subTitle"/>
          </p:nvPr>
        </p:nvSpPr>
        <p:spPr>
          <a:xfrm>
            <a:off x="975300" y="2291425"/>
            <a:ext cx="3474600" cy="13701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453" name="Google Shape;453;p32"/>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4" name="Google Shape;454;p32"/>
          <p:cNvSpPr/>
          <p:nvPr/>
        </p:nvSpPr>
        <p:spPr>
          <a:xfrm rot="10800000">
            <a:off x="7722614" y="4652973"/>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2"/>
          <p:cNvSpPr/>
          <p:nvPr/>
        </p:nvSpPr>
        <p:spPr>
          <a:xfrm rot="10800000">
            <a:off x="523628" y="4623991"/>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32"/>
          <p:cNvSpPr/>
          <p:nvPr/>
        </p:nvSpPr>
        <p:spPr>
          <a:xfrm rot="10800000">
            <a:off x="3177226" y="4447209"/>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32"/>
          <p:cNvSpPr/>
          <p:nvPr/>
        </p:nvSpPr>
        <p:spPr>
          <a:xfrm rot="10800000">
            <a:off x="3037696" y="-60584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2"/>
          <p:cNvSpPr/>
          <p:nvPr/>
        </p:nvSpPr>
        <p:spPr>
          <a:xfrm flipH="1" rot="10800000">
            <a:off x="152410" y="-1"/>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9" name="Google Shape;459;p32"/>
          <p:cNvGrpSpPr/>
          <p:nvPr/>
        </p:nvGrpSpPr>
        <p:grpSpPr>
          <a:xfrm flipH="1" rot="10800000">
            <a:off x="7722634" y="206979"/>
            <a:ext cx="1265051" cy="1265051"/>
            <a:chOff x="3912750" y="637550"/>
            <a:chExt cx="947533" cy="947533"/>
          </a:xfrm>
        </p:grpSpPr>
        <p:sp>
          <p:nvSpPr>
            <p:cNvPr id="460" name="Google Shape;460;p32"/>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2"/>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9">
    <p:spTree>
      <p:nvGrpSpPr>
        <p:cNvPr id="462" name="Shape 462"/>
        <p:cNvGrpSpPr/>
        <p:nvPr/>
      </p:nvGrpSpPr>
      <p:grpSpPr>
        <a:xfrm>
          <a:off x="0" y="0"/>
          <a:ext cx="0" cy="0"/>
          <a:chOff x="0" y="0"/>
          <a:chExt cx="0" cy="0"/>
        </a:xfrm>
      </p:grpSpPr>
      <p:sp>
        <p:nvSpPr>
          <p:cNvPr id="463" name="Google Shape;463;p33"/>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3"/>
          <p:cNvSpPr/>
          <p:nvPr/>
        </p:nvSpPr>
        <p:spPr>
          <a:xfrm flipH="1">
            <a:off x="-392142" y="-755851"/>
            <a:ext cx="8066268" cy="7715650"/>
          </a:xfrm>
          <a:custGeom>
            <a:rect b="b" l="l" r="r" t="t"/>
            <a:pathLst>
              <a:path extrusionOk="0" h="208517" w="183878">
                <a:moveTo>
                  <a:pt x="159240" y="0"/>
                </a:moveTo>
                <a:cubicBezTo>
                  <a:pt x="153253" y="2843"/>
                  <a:pt x="147568" y="6332"/>
                  <a:pt x="142356" y="10381"/>
                </a:cubicBezTo>
                <a:cubicBezTo>
                  <a:pt x="135249" y="16066"/>
                  <a:pt x="129778" y="21795"/>
                  <a:pt x="124868" y="30237"/>
                </a:cubicBezTo>
                <a:cubicBezTo>
                  <a:pt x="119958" y="38723"/>
                  <a:pt x="117460" y="49663"/>
                  <a:pt x="115134" y="59139"/>
                </a:cubicBezTo>
                <a:cubicBezTo>
                  <a:pt x="114057" y="63446"/>
                  <a:pt x="112980" y="67840"/>
                  <a:pt x="110826" y="71760"/>
                </a:cubicBezTo>
                <a:cubicBezTo>
                  <a:pt x="103159" y="85931"/>
                  <a:pt x="84853" y="89678"/>
                  <a:pt x="71630" y="98852"/>
                </a:cubicBezTo>
                <a:cubicBezTo>
                  <a:pt x="61982" y="105572"/>
                  <a:pt x="54918" y="115306"/>
                  <a:pt x="51515" y="126505"/>
                </a:cubicBezTo>
                <a:cubicBezTo>
                  <a:pt x="47423" y="140116"/>
                  <a:pt x="48500" y="156269"/>
                  <a:pt x="38550" y="166391"/>
                </a:cubicBezTo>
                <a:cubicBezTo>
                  <a:pt x="32520" y="172593"/>
                  <a:pt x="23647" y="174962"/>
                  <a:pt x="16454" y="179787"/>
                </a:cubicBezTo>
                <a:cubicBezTo>
                  <a:pt x="7064" y="186032"/>
                  <a:pt x="991" y="197274"/>
                  <a:pt x="0" y="208516"/>
                </a:cubicBezTo>
                <a:lnTo>
                  <a:pt x="183878" y="208516"/>
                </a:lnTo>
                <a:lnTo>
                  <a:pt x="183878" y="0"/>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3"/>
          <p:cNvSpPr txBox="1"/>
          <p:nvPr>
            <p:ph idx="1" type="subTitle"/>
          </p:nvPr>
        </p:nvSpPr>
        <p:spPr>
          <a:xfrm>
            <a:off x="4732850" y="2230325"/>
            <a:ext cx="3139200" cy="1230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1800"/>
              <a:buNone/>
              <a:defRPr sz="1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6" name="Google Shape;466;p33"/>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7" name="Google Shape;467;p33"/>
          <p:cNvSpPr/>
          <p:nvPr/>
        </p:nvSpPr>
        <p:spPr>
          <a:xfrm flipH="1">
            <a:off x="8551414" y="642622"/>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3"/>
          <p:cNvSpPr/>
          <p:nvPr/>
        </p:nvSpPr>
        <p:spPr>
          <a:xfrm flipH="1">
            <a:off x="140853" y="613634"/>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3"/>
          <p:cNvSpPr/>
          <p:nvPr/>
        </p:nvSpPr>
        <p:spPr>
          <a:xfrm flipH="1">
            <a:off x="6921701" y="-667566"/>
            <a:ext cx="1144520" cy="1145687"/>
          </a:xfrm>
          <a:custGeom>
            <a:rect b="b" l="l" r="r" t="t"/>
            <a:pathLst>
              <a:path extrusionOk="0" fill="none" h="29454" w="29424">
                <a:moveTo>
                  <a:pt x="18967" y="2371"/>
                </a:moveTo>
                <a:cubicBezTo>
                  <a:pt x="25806" y="4742"/>
                  <a:pt x="29423" y="12189"/>
                  <a:pt x="27083" y="18998"/>
                </a:cubicBezTo>
                <a:cubicBezTo>
                  <a:pt x="24712" y="25837"/>
                  <a:pt x="17265" y="29454"/>
                  <a:pt x="10426" y="27113"/>
                </a:cubicBezTo>
                <a:cubicBezTo>
                  <a:pt x="3617" y="24743"/>
                  <a:pt x="0" y="17296"/>
                  <a:pt x="2341" y="10457"/>
                </a:cubicBezTo>
                <a:cubicBezTo>
                  <a:pt x="4711" y="3648"/>
                  <a:pt x="12158" y="1"/>
                  <a:pt x="18967" y="2371"/>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3"/>
          <p:cNvSpPr/>
          <p:nvPr/>
        </p:nvSpPr>
        <p:spPr>
          <a:xfrm flipH="1">
            <a:off x="369671" y="2037401"/>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3"/>
          <p:cNvSpPr/>
          <p:nvPr/>
        </p:nvSpPr>
        <p:spPr>
          <a:xfrm>
            <a:off x="2424585" y="4468980"/>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72" name="Google Shape;472;p33"/>
          <p:cNvGrpSpPr/>
          <p:nvPr/>
        </p:nvGrpSpPr>
        <p:grpSpPr>
          <a:xfrm>
            <a:off x="7286384" y="4248613"/>
            <a:ext cx="1265051" cy="1265051"/>
            <a:chOff x="3912750" y="637550"/>
            <a:chExt cx="947533" cy="947533"/>
          </a:xfrm>
        </p:grpSpPr>
        <p:sp>
          <p:nvSpPr>
            <p:cNvPr id="473" name="Google Shape;473;p33"/>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3"/>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0">
    <p:spTree>
      <p:nvGrpSpPr>
        <p:cNvPr id="475" name="Shape 475"/>
        <p:cNvGrpSpPr/>
        <p:nvPr/>
      </p:nvGrpSpPr>
      <p:grpSpPr>
        <a:xfrm>
          <a:off x="0" y="0"/>
          <a:ext cx="0" cy="0"/>
          <a:chOff x="0" y="0"/>
          <a:chExt cx="0" cy="0"/>
        </a:xfrm>
      </p:grpSpPr>
      <p:sp>
        <p:nvSpPr>
          <p:cNvPr id="476" name="Google Shape;476;p34"/>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4"/>
          <p:cNvSpPr/>
          <p:nvPr/>
        </p:nvSpPr>
        <p:spPr>
          <a:xfrm rot="10800000">
            <a:off x="-1695388" y="-1501822"/>
            <a:ext cx="10924738" cy="7653447"/>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4"/>
          <p:cNvSpPr txBox="1"/>
          <p:nvPr>
            <p:ph type="title"/>
          </p:nvPr>
        </p:nvSpPr>
        <p:spPr>
          <a:xfrm>
            <a:off x="5128006" y="1802863"/>
            <a:ext cx="3483900" cy="959400"/>
          </a:xfrm>
          <a:prstGeom prst="rect">
            <a:avLst/>
          </a:prstGeom>
        </p:spPr>
        <p:txBody>
          <a:bodyPr anchorCtr="0" anchor="ctr" bIns="91425" lIns="91425" spcFirstLastPara="1" rIns="91425" wrap="square" tIns="91425">
            <a:noAutofit/>
          </a:bodyPr>
          <a:lstStyle>
            <a:lvl1pPr lvl="0" rtl="0">
              <a:spcBef>
                <a:spcPts val="0"/>
              </a:spcBef>
              <a:spcAft>
                <a:spcPts val="0"/>
              </a:spcAft>
              <a:buSzPts val="2200"/>
              <a:buNone/>
              <a:defRPr sz="25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79" name="Google Shape;479;p34"/>
          <p:cNvSpPr txBox="1"/>
          <p:nvPr>
            <p:ph idx="1" type="body"/>
          </p:nvPr>
        </p:nvSpPr>
        <p:spPr>
          <a:xfrm>
            <a:off x="5128006" y="2941438"/>
            <a:ext cx="3483900" cy="1229700"/>
          </a:xfrm>
          <a:prstGeom prst="rect">
            <a:avLst/>
          </a:prstGeom>
        </p:spPr>
        <p:txBody>
          <a:bodyPr anchorCtr="0" anchor="t" bIns="91425" lIns="91425" spcFirstLastPara="1" rIns="91425" wrap="square" tIns="91425">
            <a:noAutofit/>
          </a:bodyPr>
          <a:lstStyle>
            <a:lvl1pPr indent="-330200" lvl="0" marL="457200" rtl="0" algn="ctr">
              <a:spcBef>
                <a:spcPts val="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480" name="Google Shape;480;p34"/>
          <p:cNvSpPr/>
          <p:nvPr/>
        </p:nvSpPr>
        <p:spPr>
          <a:xfrm flipH="1" rot="9619136">
            <a:off x="4221920" y="24507"/>
            <a:ext cx="1423564" cy="1423525"/>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4"/>
          <p:cNvSpPr/>
          <p:nvPr/>
        </p:nvSpPr>
        <p:spPr>
          <a:xfrm flipH="1" rot="10800000">
            <a:off x="-346021" y="4728100"/>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4"/>
          <p:cNvSpPr/>
          <p:nvPr/>
        </p:nvSpPr>
        <p:spPr>
          <a:xfrm flipH="1" rot="9619136">
            <a:off x="3915839" y="329659"/>
            <a:ext cx="451676" cy="451714"/>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34"/>
          <p:cNvSpPr/>
          <p:nvPr/>
        </p:nvSpPr>
        <p:spPr>
          <a:xfrm rot="10800000">
            <a:off x="-524953" y="597515"/>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4" name="Google Shape;484;p34"/>
          <p:cNvGrpSpPr/>
          <p:nvPr/>
        </p:nvGrpSpPr>
        <p:grpSpPr>
          <a:xfrm rot="10800000">
            <a:off x="7663085" y="-250805"/>
            <a:ext cx="1265051" cy="1265051"/>
            <a:chOff x="3912750" y="637550"/>
            <a:chExt cx="947533" cy="947533"/>
          </a:xfrm>
        </p:grpSpPr>
        <p:sp>
          <p:nvSpPr>
            <p:cNvPr id="485" name="Google Shape;485;p34"/>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4"/>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2">
    <p:spTree>
      <p:nvGrpSpPr>
        <p:cNvPr id="487" name="Shape 487"/>
        <p:cNvGrpSpPr/>
        <p:nvPr/>
      </p:nvGrpSpPr>
      <p:grpSpPr>
        <a:xfrm>
          <a:off x="0" y="0"/>
          <a:ext cx="0" cy="0"/>
          <a:chOff x="0" y="0"/>
          <a:chExt cx="0" cy="0"/>
        </a:xfrm>
      </p:grpSpPr>
      <p:sp>
        <p:nvSpPr>
          <p:cNvPr id="488" name="Google Shape;488;p35"/>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5"/>
          <p:cNvSpPr/>
          <p:nvPr/>
        </p:nvSpPr>
        <p:spPr>
          <a:xfrm flipH="1">
            <a:off x="-220489" y="-141300"/>
            <a:ext cx="6411366" cy="6132485"/>
          </a:xfrm>
          <a:custGeom>
            <a:rect b="b" l="l" r="r" t="t"/>
            <a:pathLst>
              <a:path extrusionOk="0" h="208517" w="183878">
                <a:moveTo>
                  <a:pt x="159240" y="0"/>
                </a:moveTo>
                <a:cubicBezTo>
                  <a:pt x="153253" y="2843"/>
                  <a:pt x="147568" y="6332"/>
                  <a:pt x="142356" y="10381"/>
                </a:cubicBezTo>
                <a:cubicBezTo>
                  <a:pt x="135249" y="16066"/>
                  <a:pt x="129778" y="21795"/>
                  <a:pt x="124868" y="30237"/>
                </a:cubicBezTo>
                <a:cubicBezTo>
                  <a:pt x="119958" y="38723"/>
                  <a:pt x="117460" y="49663"/>
                  <a:pt x="115134" y="59139"/>
                </a:cubicBezTo>
                <a:cubicBezTo>
                  <a:pt x="114057" y="63446"/>
                  <a:pt x="112980" y="67840"/>
                  <a:pt x="110826" y="71760"/>
                </a:cubicBezTo>
                <a:cubicBezTo>
                  <a:pt x="103159" y="85931"/>
                  <a:pt x="84853" y="89678"/>
                  <a:pt x="71630" y="98852"/>
                </a:cubicBezTo>
                <a:cubicBezTo>
                  <a:pt x="61982" y="105572"/>
                  <a:pt x="54918" y="115306"/>
                  <a:pt x="51515" y="126505"/>
                </a:cubicBezTo>
                <a:cubicBezTo>
                  <a:pt x="47423" y="140116"/>
                  <a:pt x="48500" y="156269"/>
                  <a:pt x="38550" y="166391"/>
                </a:cubicBezTo>
                <a:cubicBezTo>
                  <a:pt x="32520" y="172593"/>
                  <a:pt x="23647" y="174962"/>
                  <a:pt x="16454" y="179787"/>
                </a:cubicBezTo>
                <a:cubicBezTo>
                  <a:pt x="7064" y="186032"/>
                  <a:pt x="991" y="197274"/>
                  <a:pt x="0" y="208516"/>
                </a:cubicBezTo>
                <a:lnTo>
                  <a:pt x="183878" y="208516"/>
                </a:lnTo>
                <a:lnTo>
                  <a:pt x="183878" y="0"/>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5"/>
          <p:cNvSpPr/>
          <p:nvPr/>
        </p:nvSpPr>
        <p:spPr>
          <a:xfrm flipH="1">
            <a:off x="-316855" y="4390609"/>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5"/>
          <p:cNvSpPr/>
          <p:nvPr/>
        </p:nvSpPr>
        <p:spPr>
          <a:xfrm flipH="1">
            <a:off x="261552" y="32904"/>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5"/>
          <p:cNvSpPr/>
          <p:nvPr/>
        </p:nvSpPr>
        <p:spPr>
          <a:xfrm flipH="1">
            <a:off x="8286839" y="4755204"/>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5"/>
          <p:cNvSpPr/>
          <p:nvPr/>
        </p:nvSpPr>
        <p:spPr>
          <a:xfrm flipH="1">
            <a:off x="8567920" y="-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4" name="Google Shape;494;p35"/>
          <p:cNvGrpSpPr/>
          <p:nvPr/>
        </p:nvGrpSpPr>
        <p:grpSpPr>
          <a:xfrm flipH="1">
            <a:off x="6565920" y="-462900"/>
            <a:ext cx="947533" cy="947533"/>
            <a:chOff x="3912750" y="637550"/>
            <a:chExt cx="947533" cy="947533"/>
          </a:xfrm>
        </p:grpSpPr>
        <p:sp>
          <p:nvSpPr>
            <p:cNvPr id="495" name="Google Shape;495;p35"/>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35"/>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7" name="Google Shape;497;p35"/>
          <p:cNvSpPr/>
          <p:nvPr/>
        </p:nvSpPr>
        <p:spPr>
          <a:xfrm flipH="1">
            <a:off x="3296071" y="475520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35"/>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9" name="Google Shape;499;p35"/>
          <p:cNvSpPr txBox="1"/>
          <p:nvPr>
            <p:ph idx="1" type="subTitle"/>
          </p:nvPr>
        </p:nvSpPr>
        <p:spPr>
          <a:xfrm>
            <a:off x="713225" y="1952000"/>
            <a:ext cx="3756600" cy="24738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Char char="●"/>
              <a:defRPr sz="14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500" name="Google Shape;500;p35"/>
          <p:cNvSpPr txBox="1"/>
          <p:nvPr>
            <p:ph idx="2" type="subTitle"/>
          </p:nvPr>
        </p:nvSpPr>
        <p:spPr>
          <a:xfrm>
            <a:off x="4674425" y="1952000"/>
            <a:ext cx="3756600" cy="24738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Char char="●"/>
              <a:defRPr sz="1400" u="sng"/>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27">
    <p:spTree>
      <p:nvGrpSpPr>
        <p:cNvPr id="501" name="Shape 501"/>
        <p:cNvGrpSpPr/>
        <p:nvPr/>
      </p:nvGrpSpPr>
      <p:grpSpPr>
        <a:xfrm>
          <a:off x="0" y="0"/>
          <a:ext cx="0" cy="0"/>
          <a:chOff x="0" y="0"/>
          <a:chExt cx="0" cy="0"/>
        </a:xfrm>
      </p:grpSpPr>
      <p:sp>
        <p:nvSpPr>
          <p:cNvPr id="502" name="Google Shape;502;p36"/>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6"/>
          <p:cNvSpPr/>
          <p:nvPr/>
        </p:nvSpPr>
        <p:spPr>
          <a:xfrm flipH="1" rot="-5031216">
            <a:off x="1434942" y="-1473727"/>
            <a:ext cx="7384699" cy="9115003"/>
          </a:xfrm>
          <a:custGeom>
            <a:rect b="b" l="l" r="r" t="t"/>
            <a:pathLst>
              <a:path extrusionOk="0" h="208517" w="183878">
                <a:moveTo>
                  <a:pt x="159240" y="0"/>
                </a:moveTo>
                <a:cubicBezTo>
                  <a:pt x="153253" y="2843"/>
                  <a:pt x="147568" y="6332"/>
                  <a:pt x="142356" y="10381"/>
                </a:cubicBezTo>
                <a:cubicBezTo>
                  <a:pt x="135249" y="16066"/>
                  <a:pt x="129778" y="21795"/>
                  <a:pt x="124868" y="30237"/>
                </a:cubicBezTo>
                <a:cubicBezTo>
                  <a:pt x="119958" y="38723"/>
                  <a:pt x="117460" y="49663"/>
                  <a:pt x="115134" y="59139"/>
                </a:cubicBezTo>
                <a:cubicBezTo>
                  <a:pt x="114057" y="63446"/>
                  <a:pt x="112980" y="67840"/>
                  <a:pt x="110826" y="71760"/>
                </a:cubicBezTo>
                <a:cubicBezTo>
                  <a:pt x="103159" y="85931"/>
                  <a:pt x="84853" y="89678"/>
                  <a:pt x="71630" y="98852"/>
                </a:cubicBezTo>
                <a:cubicBezTo>
                  <a:pt x="61982" y="105572"/>
                  <a:pt x="54918" y="115306"/>
                  <a:pt x="51515" y="126505"/>
                </a:cubicBezTo>
                <a:cubicBezTo>
                  <a:pt x="47423" y="140116"/>
                  <a:pt x="48500" y="156269"/>
                  <a:pt x="38550" y="166391"/>
                </a:cubicBezTo>
                <a:cubicBezTo>
                  <a:pt x="32520" y="172593"/>
                  <a:pt x="23647" y="174962"/>
                  <a:pt x="16454" y="179787"/>
                </a:cubicBezTo>
                <a:cubicBezTo>
                  <a:pt x="7064" y="186032"/>
                  <a:pt x="991" y="197274"/>
                  <a:pt x="0" y="208516"/>
                </a:cubicBezTo>
                <a:lnTo>
                  <a:pt x="183878" y="208516"/>
                </a:lnTo>
                <a:lnTo>
                  <a:pt x="183878" y="0"/>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6"/>
          <p:cNvSpPr/>
          <p:nvPr/>
        </p:nvSpPr>
        <p:spPr>
          <a:xfrm flipH="1" rot="7572997">
            <a:off x="7294923" y="-441551"/>
            <a:ext cx="1423590" cy="1423551"/>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6"/>
          <p:cNvSpPr/>
          <p:nvPr/>
        </p:nvSpPr>
        <p:spPr>
          <a:xfrm flipH="1" rot="10800000">
            <a:off x="3685829" y="-269325"/>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6"/>
          <p:cNvSpPr/>
          <p:nvPr/>
        </p:nvSpPr>
        <p:spPr>
          <a:xfrm flipH="1" rot="7572997">
            <a:off x="7101718" y="406662"/>
            <a:ext cx="451684" cy="451723"/>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6"/>
          <p:cNvSpPr/>
          <p:nvPr/>
        </p:nvSpPr>
        <p:spPr>
          <a:xfrm rot="10800000">
            <a:off x="-120903" y="4521890"/>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8" name="Google Shape;508;p36"/>
          <p:cNvGrpSpPr/>
          <p:nvPr/>
        </p:nvGrpSpPr>
        <p:grpSpPr>
          <a:xfrm rot="10800000">
            <a:off x="200635" y="-5"/>
            <a:ext cx="1265051" cy="1265051"/>
            <a:chOff x="3912750" y="637550"/>
            <a:chExt cx="947533" cy="947533"/>
          </a:xfrm>
        </p:grpSpPr>
        <p:sp>
          <p:nvSpPr>
            <p:cNvPr id="509" name="Google Shape;509;p36"/>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6"/>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1" name="Google Shape;511;p36"/>
          <p:cNvSpPr txBox="1"/>
          <p:nvPr>
            <p:ph type="title"/>
          </p:nvPr>
        </p:nvSpPr>
        <p:spPr>
          <a:xfrm>
            <a:off x="701975" y="1488325"/>
            <a:ext cx="3602700" cy="589500"/>
          </a:xfrm>
          <a:prstGeom prst="rect">
            <a:avLst/>
          </a:prstGeom>
        </p:spPr>
        <p:txBody>
          <a:bodyPr anchorCtr="0" anchor="ctr" bIns="91425" lIns="91425" spcFirstLastPara="1" rIns="91425" wrap="square" tIns="91425">
            <a:noAutofit/>
          </a:bodyPr>
          <a:lstStyle>
            <a:lvl1pPr lvl="0" rtl="0">
              <a:spcBef>
                <a:spcPts val="0"/>
              </a:spcBef>
              <a:spcAft>
                <a:spcPts val="0"/>
              </a:spcAft>
              <a:buSzPts val="22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12" name="Google Shape;512;p36"/>
          <p:cNvSpPr txBox="1"/>
          <p:nvPr>
            <p:ph idx="1" type="body"/>
          </p:nvPr>
        </p:nvSpPr>
        <p:spPr>
          <a:xfrm>
            <a:off x="701975" y="2077825"/>
            <a:ext cx="3602700" cy="1780800"/>
          </a:xfrm>
          <a:prstGeom prst="rect">
            <a:avLst/>
          </a:prstGeom>
        </p:spPr>
        <p:txBody>
          <a:bodyPr anchorCtr="0" anchor="t" bIns="91425" lIns="91425" spcFirstLastPara="1" rIns="91425" wrap="square" tIns="91425">
            <a:noAutofit/>
          </a:bodyPr>
          <a:lstStyle>
            <a:lvl1pPr indent="-330200" lvl="0" marL="457200" rtl="0" algn="ctr">
              <a:spcBef>
                <a:spcPts val="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28">
    <p:spTree>
      <p:nvGrpSpPr>
        <p:cNvPr id="513" name="Shape 513"/>
        <p:cNvGrpSpPr/>
        <p:nvPr/>
      </p:nvGrpSpPr>
      <p:grpSpPr>
        <a:xfrm>
          <a:off x="0" y="0"/>
          <a:ext cx="0" cy="0"/>
          <a:chOff x="0" y="0"/>
          <a:chExt cx="0" cy="0"/>
        </a:xfrm>
      </p:grpSpPr>
      <p:sp>
        <p:nvSpPr>
          <p:cNvPr id="514" name="Google Shape;514;p37"/>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7"/>
          <p:cNvSpPr/>
          <p:nvPr/>
        </p:nvSpPr>
        <p:spPr>
          <a:xfrm flipH="1" rot="10800000">
            <a:off x="3483759" y="-462900"/>
            <a:ext cx="6411366" cy="6132485"/>
          </a:xfrm>
          <a:custGeom>
            <a:rect b="b" l="l" r="r" t="t"/>
            <a:pathLst>
              <a:path extrusionOk="0" h="208517" w="183878">
                <a:moveTo>
                  <a:pt x="159240" y="0"/>
                </a:moveTo>
                <a:cubicBezTo>
                  <a:pt x="153253" y="2843"/>
                  <a:pt x="147568" y="6332"/>
                  <a:pt x="142356" y="10381"/>
                </a:cubicBezTo>
                <a:cubicBezTo>
                  <a:pt x="135249" y="16066"/>
                  <a:pt x="129778" y="21795"/>
                  <a:pt x="124868" y="30237"/>
                </a:cubicBezTo>
                <a:cubicBezTo>
                  <a:pt x="119958" y="38723"/>
                  <a:pt x="117460" y="49663"/>
                  <a:pt x="115134" y="59139"/>
                </a:cubicBezTo>
                <a:cubicBezTo>
                  <a:pt x="114057" y="63446"/>
                  <a:pt x="112980" y="67840"/>
                  <a:pt x="110826" y="71760"/>
                </a:cubicBezTo>
                <a:cubicBezTo>
                  <a:pt x="103159" y="85931"/>
                  <a:pt x="84853" y="89678"/>
                  <a:pt x="71630" y="98852"/>
                </a:cubicBezTo>
                <a:cubicBezTo>
                  <a:pt x="61982" y="105572"/>
                  <a:pt x="54918" y="115306"/>
                  <a:pt x="51515" y="126505"/>
                </a:cubicBezTo>
                <a:cubicBezTo>
                  <a:pt x="47423" y="140116"/>
                  <a:pt x="48500" y="156269"/>
                  <a:pt x="38550" y="166391"/>
                </a:cubicBezTo>
                <a:cubicBezTo>
                  <a:pt x="32520" y="172593"/>
                  <a:pt x="23647" y="174962"/>
                  <a:pt x="16454" y="179787"/>
                </a:cubicBezTo>
                <a:cubicBezTo>
                  <a:pt x="7064" y="186032"/>
                  <a:pt x="991" y="197274"/>
                  <a:pt x="0" y="208516"/>
                </a:cubicBezTo>
                <a:lnTo>
                  <a:pt x="183878" y="208516"/>
                </a:lnTo>
                <a:lnTo>
                  <a:pt x="183878" y="0"/>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7"/>
          <p:cNvSpPr/>
          <p:nvPr/>
        </p:nvSpPr>
        <p:spPr>
          <a:xfrm flipH="1" rot="10800000">
            <a:off x="8567920" y="-285855"/>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7"/>
          <p:cNvSpPr/>
          <p:nvPr/>
        </p:nvSpPr>
        <p:spPr>
          <a:xfrm flipH="1" rot="10800000">
            <a:off x="8961406" y="5043664"/>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7"/>
          <p:cNvSpPr/>
          <p:nvPr/>
        </p:nvSpPr>
        <p:spPr>
          <a:xfrm flipH="1" rot="10800000">
            <a:off x="995244" y="379321"/>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7"/>
          <p:cNvSpPr/>
          <p:nvPr/>
        </p:nvSpPr>
        <p:spPr>
          <a:xfrm flipH="1" rot="10800000">
            <a:off x="-316855" y="4104757"/>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0" name="Google Shape;520;p37"/>
          <p:cNvGrpSpPr/>
          <p:nvPr/>
        </p:nvGrpSpPr>
        <p:grpSpPr>
          <a:xfrm flipH="1" rot="10800000">
            <a:off x="2161184" y="5043652"/>
            <a:ext cx="947533" cy="947533"/>
            <a:chOff x="3912750" y="637550"/>
            <a:chExt cx="947533" cy="947533"/>
          </a:xfrm>
        </p:grpSpPr>
        <p:sp>
          <p:nvSpPr>
            <p:cNvPr id="521" name="Google Shape;521;p37"/>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7"/>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3" name="Google Shape;523;p37"/>
          <p:cNvSpPr/>
          <p:nvPr/>
        </p:nvSpPr>
        <p:spPr>
          <a:xfrm flipH="1" rot="10800000">
            <a:off x="5685434" y="78732"/>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7"/>
          <p:cNvSpPr txBox="1"/>
          <p:nvPr>
            <p:ph type="title"/>
          </p:nvPr>
        </p:nvSpPr>
        <p:spPr>
          <a:xfrm>
            <a:off x="713225" y="657995"/>
            <a:ext cx="7717500" cy="3630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5" name="Google Shape;525;p37"/>
          <p:cNvSpPr txBox="1"/>
          <p:nvPr>
            <p:ph idx="1" type="subTitle"/>
          </p:nvPr>
        </p:nvSpPr>
        <p:spPr>
          <a:xfrm>
            <a:off x="713225" y="1952000"/>
            <a:ext cx="3756600" cy="24738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Char char="●"/>
              <a:defRPr sz="1400"/>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
        <p:nvSpPr>
          <p:cNvPr id="526" name="Google Shape;526;p37"/>
          <p:cNvSpPr txBox="1"/>
          <p:nvPr>
            <p:ph idx="2" type="subTitle"/>
          </p:nvPr>
        </p:nvSpPr>
        <p:spPr>
          <a:xfrm>
            <a:off x="4674425" y="1952000"/>
            <a:ext cx="3678600" cy="2473800"/>
          </a:xfrm>
          <a:prstGeom prst="rect">
            <a:avLst/>
          </a:prstGeom>
        </p:spPr>
        <p:txBody>
          <a:bodyPr anchorCtr="0" anchor="t" bIns="91425" lIns="91425" spcFirstLastPara="1" rIns="91425" wrap="square" tIns="91425">
            <a:noAutofit/>
          </a:bodyPr>
          <a:lstStyle>
            <a:lvl1pPr lvl="0" rtl="0">
              <a:spcBef>
                <a:spcPts val="0"/>
              </a:spcBef>
              <a:spcAft>
                <a:spcPts val="0"/>
              </a:spcAft>
              <a:buSzPts val="1200"/>
              <a:buChar char="●"/>
              <a:defRPr sz="1400" u="sng"/>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32">
    <p:spTree>
      <p:nvGrpSpPr>
        <p:cNvPr id="527" name="Shape 527"/>
        <p:cNvGrpSpPr/>
        <p:nvPr/>
      </p:nvGrpSpPr>
      <p:grpSpPr>
        <a:xfrm>
          <a:off x="0" y="0"/>
          <a:ext cx="0" cy="0"/>
          <a:chOff x="0" y="0"/>
          <a:chExt cx="0" cy="0"/>
        </a:xfrm>
      </p:grpSpPr>
      <p:sp>
        <p:nvSpPr>
          <p:cNvPr id="528" name="Google Shape;528;p38"/>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8"/>
          <p:cNvSpPr/>
          <p:nvPr/>
        </p:nvSpPr>
        <p:spPr>
          <a:xfrm rot="-5685180">
            <a:off x="4244480" y="-219388"/>
            <a:ext cx="7570857" cy="4973335"/>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38"/>
          <p:cNvSpPr/>
          <p:nvPr/>
        </p:nvSpPr>
        <p:spPr>
          <a:xfrm flipH="1" rot="6011238">
            <a:off x="-1893621" y="-277463"/>
            <a:ext cx="7437813" cy="5089473"/>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8"/>
          <p:cNvSpPr txBox="1"/>
          <p:nvPr>
            <p:ph type="title"/>
          </p:nvPr>
        </p:nvSpPr>
        <p:spPr>
          <a:xfrm>
            <a:off x="735990" y="1504788"/>
            <a:ext cx="3602700" cy="589500"/>
          </a:xfrm>
          <a:prstGeom prst="rect">
            <a:avLst/>
          </a:prstGeom>
        </p:spPr>
        <p:txBody>
          <a:bodyPr anchorCtr="0" anchor="ctr" bIns="91425" lIns="91425" spcFirstLastPara="1" rIns="91425" wrap="square" tIns="91425">
            <a:noAutofit/>
          </a:bodyPr>
          <a:lstStyle>
            <a:lvl1pPr lvl="0" rtl="0" algn="l">
              <a:spcBef>
                <a:spcPts val="0"/>
              </a:spcBef>
              <a:spcAft>
                <a:spcPts val="0"/>
              </a:spcAft>
              <a:buSzPts val="2200"/>
              <a:buNone/>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32" name="Google Shape;532;p38"/>
          <p:cNvSpPr txBox="1"/>
          <p:nvPr>
            <p:ph idx="1" type="body"/>
          </p:nvPr>
        </p:nvSpPr>
        <p:spPr>
          <a:xfrm>
            <a:off x="735990" y="2094298"/>
            <a:ext cx="3602700" cy="1544400"/>
          </a:xfrm>
          <a:prstGeom prst="rect">
            <a:avLst/>
          </a:prstGeom>
        </p:spPr>
        <p:txBody>
          <a:bodyPr anchorCtr="0" anchor="t" bIns="91425" lIns="91425" spcFirstLastPara="1" rIns="91425" wrap="square" tIns="91425">
            <a:noAutofit/>
          </a:bodyPr>
          <a:lstStyle>
            <a:lvl1pPr indent="-330200" lvl="0" marL="457200" rtl="0">
              <a:lnSpc>
                <a:spcPct val="100000"/>
              </a:lnSpc>
              <a:spcBef>
                <a:spcPts val="0"/>
              </a:spcBef>
              <a:spcAft>
                <a:spcPts val="0"/>
              </a:spcAft>
              <a:buSzPts val="1600"/>
              <a:buChar char="●"/>
              <a:defRPr sz="14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533" name="Google Shape;533;p38"/>
          <p:cNvSpPr/>
          <p:nvPr/>
        </p:nvSpPr>
        <p:spPr>
          <a:xfrm flipH="1" rot="10800000">
            <a:off x="4987641" y="4473838"/>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8"/>
          <p:cNvSpPr/>
          <p:nvPr/>
        </p:nvSpPr>
        <p:spPr>
          <a:xfrm flipH="1" rot="7572997">
            <a:off x="389793" y="4234612"/>
            <a:ext cx="451684" cy="451723"/>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38"/>
          <p:cNvSpPr/>
          <p:nvPr/>
        </p:nvSpPr>
        <p:spPr>
          <a:xfrm rot="10800000">
            <a:off x="3302272" y="-332197"/>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6" name="Google Shape;536;p38"/>
          <p:cNvGrpSpPr/>
          <p:nvPr/>
        </p:nvGrpSpPr>
        <p:grpSpPr>
          <a:xfrm rot="10800000">
            <a:off x="6132335" y="-772905"/>
            <a:ext cx="1265051" cy="1265051"/>
            <a:chOff x="3912750" y="637550"/>
            <a:chExt cx="947533" cy="947533"/>
          </a:xfrm>
        </p:grpSpPr>
        <p:sp>
          <p:nvSpPr>
            <p:cNvPr id="537" name="Google Shape;537;p38"/>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38"/>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9" name="Google Shape;539;p38"/>
          <p:cNvSpPr/>
          <p:nvPr/>
        </p:nvSpPr>
        <p:spPr>
          <a:xfrm flipH="1" rot="1728187">
            <a:off x="7622106" y="3663546"/>
            <a:ext cx="1255252" cy="1255218"/>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8"/>
          <p:cNvSpPr/>
          <p:nvPr/>
        </p:nvSpPr>
        <p:spPr>
          <a:xfrm flipH="1" rot="-1498638">
            <a:off x="7854436" y="3387095"/>
            <a:ext cx="451683" cy="451722"/>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1">
    <p:spTree>
      <p:nvGrpSpPr>
        <p:cNvPr id="541" name="Shape 541"/>
        <p:cNvGrpSpPr/>
        <p:nvPr/>
      </p:nvGrpSpPr>
      <p:grpSpPr>
        <a:xfrm>
          <a:off x="0" y="0"/>
          <a:ext cx="0" cy="0"/>
          <a:chOff x="0" y="0"/>
          <a:chExt cx="0" cy="0"/>
        </a:xfrm>
      </p:grpSpPr>
      <p:sp>
        <p:nvSpPr>
          <p:cNvPr id="542" name="Google Shape;542;p39"/>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9"/>
          <p:cNvSpPr txBox="1"/>
          <p:nvPr>
            <p:ph type="title"/>
          </p:nvPr>
        </p:nvSpPr>
        <p:spPr>
          <a:xfrm>
            <a:off x="2325300" y="713225"/>
            <a:ext cx="4493400" cy="6162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2800"/>
              <a:buNone/>
              <a:defRPr sz="6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4" name="Google Shape;544;p39"/>
          <p:cNvSpPr txBox="1"/>
          <p:nvPr/>
        </p:nvSpPr>
        <p:spPr>
          <a:xfrm>
            <a:off x="2489550" y="3372600"/>
            <a:ext cx="4164900" cy="829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Quicksand"/>
                <a:ea typeface="Quicksand"/>
                <a:cs typeface="Quicksand"/>
                <a:sym typeface="Quicksand"/>
              </a:rPr>
              <a:t>CREDITS: This presentation template was created by </a:t>
            </a:r>
            <a:r>
              <a:rPr b="1" lang="en">
                <a:solidFill>
                  <a:schemeClr val="lt1"/>
                </a:solidFill>
                <a:uFill>
                  <a:noFill/>
                </a:uFill>
                <a:latin typeface="Quicksand"/>
                <a:ea typeface="Quicksand"/>
                <a:cs typeface="Quicksand"/>
                <a:sym typeface="Quicksand"/>
                <a:hlinkClick r:id="rId2">
                  <a:extLst>
                    <a:ext uri="{A12FA001-AC4F-418D-AE19-62706E023703}">
                      <ahyp:hlinkClr val="tx"/>
                    </a:ext>
                  </a:extLst>
                </a:hlinkClick>
              </a:rPr>
              <a:t>Slidesgo</a:t>
            </a:r>
            <a:r>
              <a:rPr lang="en">
                <a:solidFill>
                  <a:schemeClr val="lt1"/>
                </a:solidFill>
                <a:latin typeface="Quicksand"/>
                <a:ea typeface="Quicksand"/>
                <a:cs typeface="Quicksand"/>
                <a:sym typeface="Quicksand"/>
              </a:rPr>
              <a:t>, including icons by </a:t>
            </a:r>
            <a:r>
              <a:rPr b="1" lang="en">
                <a:solidFill>
                  <a:schemeClr val="lt1"/>
                </a:solidFill>
                <a:uFill>
                  <a:noFill/>
                </a:uFill>
                <a:latin typeface="Quicksand"/>
                <a:ea typeface="Quicksand"/>
                <a:cs typeface="Quicksand"/>
                <a:sym typeface="Quicksand"/>
                <a:hlinkClick r:id="rId3">
                  <a:extLst>
                    <a:ext uri="{A12FA001-AC4F-418D-AE19-62706E023703}">
                      <ahyp:hlinkClr val="tx"/>
                    </a:ext>
                  </a:extLst>
                </a:hlinkClick>
              </a:rPr>
              <a:t>Flaticon</a:t>
            </a:r>
            <a:r>
              <a:rPr lang="en">
                <a:solidFill>
                  <a:schemeClr val="lt1"/>
                </a:solidFill>
                <a:latin typeface="Quicksand"/>
                <a:ea typeface="Quicksand"/>
                <a:cs typeface="Quicksand"/>
                <a:sym typeface="Quicksand"/>
              </a:rPr>
              <a:t>, infographics &amp; images by </a:t>
            </a:r>
            <a:r>
              <a:rPr b="1" lang="en">
                <a:solidFill>
                  <a:schemeClr val="lt1"/>
                </a:solidFill>
                <a:uFill>
                  <a:noFill/>
                </a:uFill>
                <a:latin typeface="Quicksand"/>
                <a:ea typeface="Quicksand"/>
                <a:cs typeface="Quicksand"/>
                <a:sym typeface="Quicksand"/>
                <a:hlinkClick r:id="rId4">
                  <a:extLst>
                    <a:ext uri="{A12FA001-AC4F-418D-AE19-62706E023703}">
                      <ahyp:hlinkClr val="tx"/>
                    </a:ext>
                  </a:extLst>
                </a:hlinkClick>
              </a:rPr>
              <a:t>Freepik</a:t>
            </a:r>
            <a:endParaRPr b="1">
              <a:solidFill>
                <a:schemeClr val="lt1"/>
              </a:solidFill>
              <a:latin typeface="Quicksand"/>
              <a:ea typeface="Quicksand"/>
              <a:cs typeface="Quicksand"/>
              <a:sym typeface="Quicksand"/>
            </a:endParaRPr>
          </a:p>
        </p:txBody>
      </p:sp>
      <p:sp>
        <p:nvSpPr>
          <p:cNvPr id="545" name="Google Shape;545;p39"/>
          <p:cNvSpPr txBox="1"/>
          <p:nvPr>
            <p:ph idx="1" type="subTitle"/>
          </p:nvPr>
        </p:nvSpPr>
        <p:spPr>
          <a:xfrm>
            <a:off x="2521500" y="1329325"/>
            <a:ext cx="4101000" cy="1385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600"/>
              <a:buNone/>
              <a:defRPr sz="14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546" name="Google Shape;546;p39"/>
          <p:cNvSpPr/>
          <p:nvPr/>
        </p:nvSpPr>
        <p:spPr>
          <a:xfrm flipH="1" rot="3075939">
            <a:off x="-1203843" y="1956101"/>
            <a:ext cx="7570775" cy="4973281"/>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9"/>
          <p:cNvSpPr/>
          <p:nvPr/>
        </p:nvSpPr>
        <p:spPr>
          <a:xfrm flipH="1" rot="10800000">
            <a:off x="3860216" y="4859663"/>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39"/>
          <p:cNvSpPr/>
          <p:nvPr/>
        </p:nvSpPr>
        <p:spPr>
          <a:xfrm flipH="1" rot="7572997">
            <a:off x="1219318" y="3708212"/>
            <a:ext cx="451684" cy="451723"/>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9"/>
          <p:cNvSpPr/>
          <p:nvPr/>
        </p:nvSpPr>
        <p:spPr>
          <a:xfrm rot="10800000">
            <a:off x="1295997" y="-50972"/>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0" name="Google Shape;550;p39"/>
          <p:cNvGrpSpPr/>
          <p:nvPr/>
        </p:nvGrpSpPr>
        <p:grpSpPr>
          <a:xfrm rot="10800000">
            <a:off x="7397385" y="-271330"/>
            <a:ext cx="1265051" cy="1265051"/>
            <a:chOff x="3912750" y="637550"/>
            <a:chExt cx="947533" cy="947533"/>
          </a:xfrm>
        </p:grpSpPr>
        <p:sp>
          <p:nvSpPr>
            <p:cNvPr id="551" name="Google Shape;551;p39"/>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39"/>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3" name="Google Shape;553;p39"/>
          <p:cNvSpPr/>
          <p:nvPr/>
        </p:nvSpPr>
        <p:spPr>
          <a:xfrm rot="-9103592">
            <a:off x="4195664" y="-1222777"/>
            <a:ext cx="7437770" cy="5089555"/>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39"/>
          <p:cNvSpPr/>
          <p:nvPr/>
        </p:nvSpPr>
        <p:spPr>
          <a:xfrm flipH="1" rot="-1205794">
            <a:off x="7671921" y="3029289"/>
            <a:ext cx="1255248" cy="1255213"/>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39"/>
          <p:cNvSpPr/>
          <p:nvPr/>
        </p:nvSpPr>
        <p:spPr>
          <a:xfrm flipH="1" rot="-4432563">
            <a:off x="7451238" y="3112896"/>
            <a:ext cx="451679" cy="451718"/>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39"/>
          <p:cNvSpPr/>
          <p:nvPr/>
        </p:nvSpPr>
        <p:spPr>
          <a:xfrm rot="10800000">
            <a:off x="-282128" y="1738712"/>
            <a:ext cx="1125652" cy="1127635"/>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8">
    <p:spTree>
      <p:nvGrpSpPr>
        <p:cNvPr id="557" name="Shape 557"/>
        <p:cNvGrpSpPr/>
        <p:nvPr/>
      </p:nvGrpSpPr>
      <p:grpSpPr>
        <a:xfrm>
          <a:off x="0" y="0"/>
          <a:ext cx="0" cy="0"/>
          <a:chOff x="0" y="0"/>
          <a:chExt cx="0" cy="0"/>
        </a:xfrm>
      </p:grpSpPr>
      <p:sp>
        <p:nvSpPr>
          <p:cNvPr id="558" name="Google Shape;558;p40"/>
          <p:cNvSpPr/>
          <p:nvPr/>
        </p:nvSpPr>
        <p:spPr>
          <a:xfrm flipH="1">
            <a:off x="-184147"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40"/>
          <p:cNvSpPr/>
          <p:nvPr/>
        </p:nvSpPr>
        <p:spPr>
          <a:xfrm rot="-7575992">
            <a:off x="3311472" y="-1827843"/>
            <a:ext cx="9206100" cy="6299659"/>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40"/>
          <p:cNvSpPr/>
          <p:nvPr/>
        </p:nvSpPr>
        <p:spPr>
          <a:xfrm flipH="1">
            <a:off x="-2061964" y="1029175"/>
            <a:ext cx="6411366" cy="6132485"/>
          </a:xfrm>
          <a:custGeom>
            <a:rect b="b" l="l" r="r" t="t"/>
            <a:pathLst>
              <a:path extrusionOk="0" h="208517" w="183878">
                <a:moveTo>
                  <a:pt x="159240" y="0"/>
                </a:moveTo>
                <a:cubicBezTo>
                  <a:pt x="153253" y="2843"/>
                  <a:pt x="147568" y="6332"/>
                  <a:pt x="142356" y="10381"/>
                </a:cubicBezTo>
                <a:cubicBezTo>
                  <a:pt x="135249" y="16066"/>
                  <a:pt x="129778" y="21795"/>
                  <a:pt x="124868" y="30237"/>
                </a:cubicBezTo>
                <a:cubicBezTo>
                  <a:pt x="119958" y="38723"/>
                  <a:pt x="117460" y="49663"/>
                  <a:pt x="115134" y="59139"/>
                </a:cubicBezTo>
                <a:cubicBezTo>
                  <a:pt x="114057" y="63446"/>
                  <a:pt x="112980" y="67840"/>
                  <a:pt x="110826" y="71760"/>
                </a:cubicBezTo>
                <a:cubicBezTo>
                  <a:pt x="103159" y="85931"/>
                  <a:pt x="84853" y="89678"/>
                  <a:pt x="71630" y="98852"/>
                </a:cubicBezTo>
                <a:cubicBezTo>
                  <a:pt x="61982" y="105572"/>
                  <a:pt x="54918" y="115306"/>
                  <a:pt x="51515" y="126505"/>
                </a:cubicBezTo>
                <a:cubicBezTo>
                  <a:pt x="47423" y="140116"/>
                  <a:pt x="48500" y="156269"/>
                  <a:pt x="38550" y="166391"/>
                </a:cubicBezTo>
                <a:cubicBezTo>
                  <a:pt x="32520" y="172593"/>
                  <a:pt x="23647" y="174962"/>
                  <a:pt x="16454" y="179787"/>
                </a:cubicBezTo>
                <a:cubicBezTo>
                  <a:pt x="7064" y="186032"/>
                  <a:pt x="991" y="197274"/>
                  <a:pt x="0" y="208516"/>
                </a:cubicBezTo>
                <a:lnTo>
                  <a:pt x="183878" y="208516"/>
                </a:lnTo>
                <a:lnTo>
                  <a:pt x="183878" y="0"/>
                </a:ln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40"/>
          <p:cNvSpPr/>
          <p:nvPr/>
        </p:nvSpPr>
        <p:spPr>
          <a:xfrm flipH="1">
            <a:off x="-5" y="171968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40"/>
          <p:cNvSpPr/>
          <p:nvPr/>
        </p:nvSpPr>
        <p:spPr>
          <a:xfrm flipH="1">
            <a:off x="614252" y="-65996"/>
            <a:ext cx="451678" cy="451717"/>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40"/>
          <p:cNvSpPr/>
          <p:nvPr/>
        </p:nvSpPr>
        <p:spPr>
          <a:xfrm flipH="1">
            <a:off x="7051289" y="4905491"/>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40"/>
          <p:cNvSpPr/>
          <p:nvPr/>
        </p:nvSpPr>
        <p:spPr>
          <a:xfrm flipH="1">
            <a:off x="7973495" y="-66004"/>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40"/>
          <p:cNvSpPr/>
          <p:nvPr/>
        </p:nvSpPr>
        <p:spPr>
          <a:xfrm flipH="1">
            <a:off x="370614" y="4477166"/>
            <a:ext cx="392554" cy="393759"/>
          </a:xfrm>
          <a:custGeom>
            <a:rect b="b" l="l" r="r" t="t"/>
            <a:pathLst>
              <a:path extrusionOk="0" fill="none" h="10123" w="10092">
                <a:moveTo>
                  <a:pt x="10092" y="5077"/>
                </a:moveTo>
                <a:cubicBezTo>
                  <a:pt x="10092" y="2280"/>
                  <a:pt x="7843" y="1"/>
                  <a:pt x="5046" y="1"/>
                </a:cubicBezTo>
                <a:cubicBezTo>
                  <a:pt x="2250" y="1"/>
                  <a:pt x="1" y="2280"/>
                  <a:pt x="1" y="5077"/>
                </a:cubicBezTo>
                <a:cubicBezTo>
                  <a:pt x="1" y="7843"/>
                  <a:pt x="2250" y="10122"/>
                  <a:pt x="5046" y="10122"/>
                </a:cubicBezTo>
                <a:cubicBezTo>
                  <a:pt x="7843" y="10122"/>
                  <a:pt x="10092" y="7843"/>
                  <a:pt x="10092" y="5077"/>
                </a:cubicBezTo>
                <a:close/>
              </a:path>
            </a:pathLst>
          </a:custGeom>
          <a:noFill/>
          <a:ln cap="flat" cmpd="sng" w="4550">
            <a:solidFill>
              <a:schemeClr val="accent3"/>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6" name="Google Shape;566;p40"/>
          <p:cNvGrpSpPr/>
          <p:nvPr/>
        </p:nvGrpSpPr>
        <p:grpSpPr>
          <a:xfrm flipH="1">
            <a:off x="5585945" y="-561800"/>
            <a:ext cx="947533" cy="947533"/>
            <a:chOff x="3912750" y="637550"/>
            <a:chExt cx="947533" cy="947533"/>
          </a:xfrm>
        </p:grpSpPr>
        <p:sp>
          <p:nvSpPr>
            <p:cNvPr id="567" name="Google Shape;567;p40"/>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40"/>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9" name="Google Shape;569;p40"/>
          <p:cNvSpPr/>
          <p:nvPr/>
        </p:nvSpPr>
        <p:spPr>
          <a:xfrm flipH="1">
            <a:off x="3348871" y="4755200"/>
            <a:ext cx="693132" cy="694353"/>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9">
    <p:spTree>
      <p:nvGrpSpPr>
        <p:cNvPr id="570" name="Shape 570"/>
        <p:cNvGrpSpPr/>
        <p:nvPr/>
      </p:nvGrpSpPr>
      <p:grpSpPr>
        <a:xfrm>
          <a:off x="0" y="0"/>
          <a:ext cx="0" cy="0"/>
          <a:chOff x="0" y="0"/>
          <a:chExt cx="0" cy="0"/>
        </a:xfrm>
      </p:grpSpPr>
      <p:sp>
        <p:nvSpPr>
          <p:cNvPr id="571" name="Google Shape;571;p41"/>
          <p:cNvSpPr/>
          <p:nvPr/>
        </p:nvSpPr>
        <p:spPr>
          <a:xfrm>
            <a:off x="-62400" y="-66000"/>
            <a:ext cx="9268800" cy="5275500"/>
          </a:xfrm>
          <a:prstGeom prst="rect">
            <a:avLst/>
          </a:prstGeom>
          <a:gradFill>
            <a:gsLst>
              <a:gs pos="0">
                <a:srgbClr val="FFFFFF">
                  <a:alpha val="41180"/>
                </a:srgbClr>
              </a:gs>
              <a:gs pos="100000">
                <a:srgbClr val="F3F3F3">
                  <a:alpha val="4118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41"/>
          <p:cNvSpPr/>
          <p:nvPr/>
        </p:nvSpPr>
        <p:spPr>
          <a:xfrm rot="-3075939">
            <a:off x="4301454" y="1956101"/>
            <a:ext cx="7570775" cy="4973281"/>
          </a:xfrm>
          <a:custGeom>
            <a:rect b="b" l="l" r="r" t="t"/>
            <a:pathLst>
              <a:path extrusionOk="0" h="67363" w="102546">
                <a:moveTo>
                  <a:pt x="0" y="1"/>
                </a:moveTo>
                <a:lnTo>
                  <a:pt x="0" y="67363"/>
                </a:lnTo>
                <a:lnTo>
                  <a:pt x="102546" y="67363"/>
                </a:lnTo>
                <a:cubicBezTo>
                  <a:pt x="102322" y="66357"/>
                  <a:pt x="98937" y="50201"/>
                  <a:pt x="91384" y="46414"/>
                </a:cubicBezTo>
                <a:cubicBezTo>
                  <a:pt x="83563" y="42503"/>
                  <a:pt x="70848" y="43341"/>
                  <a:pt x="57720" y="39576"/>
                </a:cubicBezTo>
                <a:cubicBezTo>
                  <a:pt x="44592" y="35799"/>
                  <a:pt x="41664" y="21978"/>
                  <a:pt x="33284" y="13174"/>
                </a:cubicBezTo>
                <a:cubicBezTo>
                  <a:pt x="24905" y="4381"/>
                  <a:pt x="17642" y="2984"/>
                  <a:pt x="8559" y="2425"/>
                </a:cubicBezTo>
                <a:cubicBezTo>
                  <a:pt x="4693" y="2180"/>
                  <a:pt x="2034" y="1129"/>
                  <a:pt x="0"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41"/>
          <p:cNvSpPr/>
          <p:nvPr/>
        </p:nvSpPr>
        <p:spPr>
          <a:xfrm flipH="1" rot="9103592">
            <a:off x="-736449" y="-1679977"/>
            <a:ext cx="7437770" cy="5089555"/>
          </a:xfrm>
          <a:custGeom>
            <a:rect b="b" l="l" r="r" t="t"/>
            <a:pathLst>
              <a:path extrusionOk="0" h="48936" w="92592">
                <a:moveTo>
                  <a:pt x="64841" y="1"/>
                </a:moveTo>
                <a:cubicBezTo>
                  <a:pt x="58884" y="1"/>
                  <a:pt x="53522" y="1916"/>
                  <a:pt x="50559" y="5316"/>
                </a:cubicBezTo>
                <a:cubicBezTo>
                  <a:pt x="45456" y="11168"/>
                  <a:pt x="45800" y="21411"/>
                  <a:pt x="40578" y="21411"/>
                </a:cubicBezTo>
                <a:cubicBezTo>
                  <a:pt x="40506" y="21411"/>
                  <a:pt x="40432" y="21409"/>
                  <a:pt x="40358" y="21405"/>
                </a:cubicBezTo>
                <a:cubicBezTo>
                  <a:pt x="36232" y="21194"/>
                  <a:pt x="34026" y="16844"/>
                  <a:pt x="29913" y="16844"/>
                </a:cubicBezTo>
                <a:cubicBezTo>
                  <a:pt x="28602" y="16844"/>
                  <a:pt x="27097" y="17286"/>
                  <a:pt x="25274" y="18444"/>
                </a:cubicBezTo>
                <a:cubicBezTo>
                  <a:pt x="17732" y="23249"/>
                  <a:pt x="21643" y="29740"/>
                  <a:pt x="21084" y="33830"/>
                </a:cubicBezTo>
                <a:cubicBezTo>
                  <a:pt x="20943" y="34861"/>
                  <a:pt x="20429" y="35229"/>
                  <a:pt x="19656" y="35229"/>
                </a:cubicBezTo>
                <a:cubicBezTo>
                  <a:pt x="17739" y="35229"/>
                  <a:pt x="14230" y="32968"/>
                  <a:pt x="10875" y="32968"/>
                </a:cubicBezTo>
                <a:cubicBezTo>
                  <a:pt x="10219" y="32968"/>
                  <a:pt x="9570" y="33054"/>
                  <a:pt x="8939" y="33260"/>
                </a:cubicBezTo>
                <a:cubicBezTo>
                  <a:pt x="3766" y="34958"/>
                  <a:pt x="1398" y="39763"/>
                  <a:pt x="1956" y="42578"/>
                </a:cubicBezTo>
                <a:cubicBezTo>
                  <a:pt x="2515" y="45405"/>
                  <a:pt x="1" y="48936"/>
                  <a:pt x="1" y="48936"/>
                </a:cubicBezTo>
                <a:lnTo>
                  <a:pt x="91195" y="48936"/>
                </a:lnTo>
                <a:cubicBezTo>
                  <a:pt x="91195" y="48936"/>
                  <a:pt x="92591" y="30578"/>
                  <a:pt x="90357" y="18299"/>
                </a:cubicBezTo>
                <a:cubicBezTo>
                  <a:pt x="90357" y="18299"/>
                  <a:pt x="88547" y="8702"/>
                  <a:pt x="78346" y="3339"/>
                </a:cubicBezTo>
                <a:cubicBezTo>
                  <a:pt x="74006" y="1055"/>
                  <a:pt x="69260" y="1"/>
                  <a:pt x="64841" y="1"/>
                </a:cubicBezTo>
                <a:close/>
              </a:path>
            </a:pathLst>
          </a:custGeom>
          <a:solidFill>
            <a:srgbClr val="D6D7D7">
              <a:alpha val="411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41"/>
          <p:cNvSpPr/>
          <p:nvPr/>
        </p:nvSpPr>
        <p:spPr>
          <a:xfrm rot="10800000">
            <a:off x="2140773" y="4666738"/>
            <a:ext cx="1423571" cy="1423532"/>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41"/>
          <p:cNvSpPr/>
          <p:nvPr/>
        </p:nvSpPr>
        <p:spPr>
          <a:xfrm rot="-7572997">
            <a:off x="9225983" y="3708212"/>
            <a:ext cx="451684" cy="451723"/>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41"/>
          <p:cNvSpPr/>
          <p:nvPr/>
        </p:nvSpPr>
        <p:spPr>
          <a:xfrm flipH="1" rot="10800000">
            <a:off x="7463000" y="-417497"/>
            <a:ext cx="822888" cy="824337"/>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7" name="Google Shape;577;p41"/>
          <p:cNvGrpSpPr/>
          <p:nvPr/>
        </p:nvGrpSpPr>
        <p:grpSpPr>
          <a:xfrm flipH="1" rot="10800000">
            <a:off x="324724" y="-271330"/>
            <a:ext cx="1265051" cy="1265051"/>
            <a:chOff x="3912750" y="637550"/>
            <a:chExt cx="947533" cy="947533"/>
          </a:xfrm>
        </p:grpSpPr>
        <p:sp>
          <p:nvSpPr>
            <p:cNvPr id="578" name="Google Shape;578;p41"/>
            <p:cNvSpPr/>
            <p:nvPr/>
          </p:nvSpPr>
          <p:spPr>
            <a:xfrm>
              <a:off x="3912750" y="637550"/>
              <a:ext cx="947533" cy="947533"/>
            </a:xfrm>
            <a:custGeom>
              <a:rect b="b" l="l" r="r" t="t"/>
              <a:pathLst>
                <a:path extrusionOk="0" fill="none" h="14743" w="14743">
                  <a:moveTo>
                    <a:pt x="14226" y="6809"/>
                  </a:moveTo>
                  <a:lnTo>
                    <a:pt x="14742" y="6414"/>
                  </a:lnTo>
                  <a:lnTo>
                    <a:pt x="14530" y="5289"/>
                  </a:lnTo>
                  <a:lnTo>
                    <a:pt x="13861" y="5107"/>
                  </a:lnTo>
                  <a:cubicBezTo>
                    <a:pt x="13648" y="4499"/>
                    <a:pt x="13375" y="3952"/>
                    <a:pt x="13040" y="3466"/>
                  </a:cubicBezTo>
                  <a:lnTo>
                    <a:pt x="13283" y="2858"/>
                  </a:lnTo>
                  <a:lnTo>
                    <a:pt x="12524" y="2007"/>
                  </a:lnTo>
                  <a:lnTo>
                    <a:pt x="11855" y="2159"/>
                  </a:lnTo>
                  <a:cubicBezTo>
                    <a:pt x="11399" y="1764"/>
                    <a:pt x="10882" y="1429"/>
                    <a:pt x="10335" y="1156"/>
                  </a:cubicBezTo>
                  <a:lnTo>
                    <a:pt x="10244" y="517"/>
                  </a:lnTo>
                  <a:lnTo>
                    <a:pt x="9150" y="153"/>
                  </a:lnTo>
                  <a:lnTo>
                    <a:pt x="8663" y="609"/>
                  </a:lnTo>
                  <a:cubicBezTo>
                    <a:pt x="8055" y="487"/>
                    <a:pt x="7447" y="457"/>
                    <a:pt x="6809" y="517"/>
                  </a:cubicBezTo>
                  <a:lnTo>
                    <a:pt x="6414" y="1"/>
                  </a:lnTo>
                  <a:lnTo>
                    <a:pt x="5289" y="213"/>
                  </a:lnTo>
                  <a:lnTo>
                    <a:pt x="5107" y="882"/>
                  </a:lnTo>
                  <a:cubicBezTo>
                    <a:pt x="4499" y="1095"/>
                    <a:pt x="3952" y="1368"/>
                    <a:pt x="3466" y="1703"/>
                  </a:cubicBezTo>
                  <a:lnTo>
                    <a:pt x="2858" y="1460"/>
                  </a:lnTo>
                  <a:lnTo>
                    <a:pt x="2007" y="2219"/>
                  </a:lnTo>
                  <a:lnTo>
                    <a:pt x="2159" y="2888"/>
                  </a:lnTo>
                  <a:cubicBezTo>
                    <a:pt x="1763" y="3344"/>
                    <a:pt x="1429" y="3861"/>
                    <a:pt x="1156" y="4408"/>
                  </a:cubicBezTo>
                  <a:lnTo>
                    <a:pt x="517" y="4499"/>
                  </a:lnTo>
                  <a:lnTo>
                    <a:pt x="153" y="5593"/>
                  </a:lnTo>
                  <a:lnTo>
                    <a:pt x="608" y="6080"/>
                  </a:lnTo>
                  <a:cubicBezTo>
                    <a:pt x="487" y="6688"/>
                    <a:pt x="456" y="7296"/>
                    <a:pt x="517" y="7934"/>
                  </a:cubicBezTo>
                  <a:lnTo>
                    <a:pt x="1" y="8329"/>
                  </a:lnTo>
                  <a:lnTo>
                    <a:pt x="213" y="9454"/>
                  </a:lnTo>
                  <a:lnTo>
                    <a:pt x="882" y="9636"/>
                  </a:lnTo>
                  <a:cubicBezTo>
                    <a:pt x="1095" y="10244"/>
                    <a:pt x="1368" y="10791"/>
                    <a:pt x="1703" y="11277"/>
                  </a:cubicBezTo>
                  <a:lnTo>
                    <a:pt x="1460" y="11885"/>
                  </a:lnTo>
                  <a:lnTo>
                    <a:pt x="2219" y="12736"/>
                  </a:lnTo>
                  <a:lnTo>
                    <a:pt x="2888" y="12584"/>
                  </a:lnTo>
                  <a:cubicBezTo>
                    <a:pt x="3344" y="12980"/>
                    <a:pt x="3861" y="13314"/>
                    <a:pt x="4408" y="13587"/>
                  </a:cubicBezTo>
                  <a:lnTo>
                    <a:pt x="4499" y="14226"/>
                  </a:lnTo>
                  <a:lnTo>
                    <a:pt x="5593" y="14590"/>
                  </a:lnTo>
                  <a:lnTo>
                    <a:pt x="6080" y="14135"/>
                  </a:lnTo>
                  <a:cubicBezTo>
                    <a:pt x="6688" y="14256"/>
                    <a:pt x="7296" y="14287"/>
                    <a:pt x="7934" y="14226"/>
                  </a:cubicBezTo>
                  <a:lnTo>
                    <a:pt x="8329" y="14742"/>
                  </a:lnTo>
                  <a:lnTo>
                    <a:pt x="9454" y="14530"/>
                  </a:lnTo>
                  <a:lnTo>
                    <a:pt x="9636" y="13861"/>
                  </a:lnTo>
                  <a:cubicBezTo>
                    <a:pt x="10244" y="13648"/>
                    <a:pt x="10791" y="13375"/>
                    <a:pt x="11277" y="13040"/>
                  </a:cubicBezTo>
                  <a:lnTo>
                    <a:pt x="11885" y="13283"/>
                  </a:lnTo>
                  <a:lnTo>
                    <a:pt x="12736" y="12524"/>
                  </a:lnTo>
                  <a:lnTo>
                    <a:pt x="12584" y="11855"/>
                  </a:lnTo>
                  <a:cubicBezTo>
                    <a:pt x="12980" y="11399"/>
                    <a:pt x="13314" y="10882"/>
                    <a:pt x="13587" y="10335"/>
                  </a:cubicBezTo>
                  <a:lnTo>
                    <a:pt x="14226" y="10244"/>
                  </a:lnTo>
                  <a:lnTo>
                    <a:pt x="14590" y="9150"/>
                  </a:lnTo>
                  <a:lnTo>
                    <a:pt x="14135" y="8663"/>
                  </a:lnTo>
                  <a:cubicBezTo>
                    <a:pt x="14256" y="8055"/>
                    <a:pt x="14287" y="7448"/>
                    <a:pt x="14226" y="6809"/>
                  </a:cubicBezTo>
                  <a:close/>
                  <a:moveTo>
                    <a:pt x="7387" y="11125"/>
                  </a:moveTo>
                  <a:cubicBezTo>
                    <a:pt x="5320" y="11125"/>
                    <a:pt x="3618" y="9423"/>
                    <a:pt x="3618" y="7356"/>
                  </a:cubicBezTo>
                  <a:cubicBezTo>
                    <a:pt x="3618" y="5320"/>
                    <a:pt x="5320" y="3618"/>
                    <a:pt x="7387" y="3618"/>
                  </a:cubicBezTo>
                  <a:cubicBezTo>
                    <a:pt x="9423" y="3618"/>
                    <a:pt x="11125" y="5320"/>
                    <a:pt x="11125" y="7356"/>
                  </a:cubicBezTo>
                  <a:cubicBezTo>
                    <a:pt x="11125" y="9423"/>
                    <a:pt x="9423" y="11125"/>
                    <a:pt x="7387" y="11125"/>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41"/>
            <p:cNvSpPr/>
            <p:nvPr/>
          </p:nvSpPr>
          <p:spPr>
            <a:xfrm>
              <a:off x="4242902" y="967702"/>
              <a:ext cx="287223" cy="287223"/>
            </a:xfrm>
            <a:custGeom>
              <a:rect b="b" l="l" r="r" t="t"/>
              <a:pathLst>
                <a:path extrusionOk="0" fill="none" h="4469" w="4469">
                  <a:moveTo>
                    <a:pt x="2250" y="4469"/>
                  </a:moveTo>
                  <a:cubicBezTo>
                    <a:pt x="1003" y="4469"/>
                    <a:pt x="0" y="3466"/>
                    <a:pt x="0" y="2219"/>
                  </a:cubicBezTo>
                  <a:cubicBezTo>
                    <a:pt x="0" y="1004"/>
                    <a:pt x="1003" y="0"/>
                    <a:pt x="2250" y="0"/>
                  </a:cubicBezTo>
                  <a:cubicBezTo>
                    <a:pt x="3466" y="0"/>
                    <a:pt x="4469" y="1004"/>
                    <a:pt x="4469" y="2219"/>
                  </a:cubicBezTo>
                  <a:cubicBezTo>
                    <a:pt x="4469" y="3466"/>
                    <a:pt x="3466" y="4469"/>
                    <a:pt x="2250" y="4469"/>
                  </a:cubicBezTo>
                  <a:close/>
                </a:path>
              </a:pathLst>
            </a:custGeom>
            <a:noFill/>
            <a:ln cap="flat" cmpd="sng" w="45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0" name="Google Shape;580;p41"/>
          <p:cNvSpPr/>
          <p:nvPr/>
        </p:nvSpPr>
        <p:spPr>
          <a:xfrm rot="1205794">
            <a:off x="7274479" y="3684239"/>
            <a:ext cx="1255248" cy="1255213"/>
          </a:xfrm>
          <a:custGeom>
            <a:rect b="b" l="l" r="r" t="t"/>
            <a:pathLst>
              <a:path extrusionOk="0" fill="none" h="36597" w="36598">
                <a:moveTo>
                  <a:pt x="36597" y="18298"/>
                </a:moveTo>
                <a:cubicBezTo>
                  <a:pt x="36597" y="28390"/>
                  <a:pt x="28390" y="36596"/>
                  <a:pt x="18299" y="36596"/>
                </a:cubicBezTo>
                <a:cubicBezTo>
                  <a:pt x="8208" y="36596"/>
                  <a:pt x="1" y="28390"/>
                  <a:pt x="1" y="18298"/>
                </a:cubicBezTo>
                <a:cubicBezTo>
                  <a:pt x="1" y="8207"/>
                  <a:pt x="8208" y="0"/>
                  <a:pt x="18299" y="0"/>
                </a:cubicBezTo>
                <a:cubicBezTo>
                  <a:pt x="28390" y="0"/>
                  <a:pt x="36597" y="8207"/>
                  <a:pt x="36597" y="18298"/>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41"/>
          <p:cNvSpPr/>
          <p:nvPr/>
        </p:nvSpPr>
        <p:spPr>
          <a:xfrm rot="4432563">
            <a:off x="8298731" y="3767846"/>
            <a:ext cx="451679" cy="451718"/>
          </a:xfrm>
          <a:custGeom>
            <a:rect b="b" l="l" r="r" t="t"/>
            <a:pathLst>
              <a:path extrusionOk="0" fill="none" h="11613" w="11612">
                <a:moveTo>
                  <a:pt x="11612" y="5806"/>
                </a:moveTo>
                <a:cubicBezTo>
                  <a:pt x="11612" y="9028"/>
                  <a:pt x="9028" y="11612"/>
                  <a:pt x="5806" y="11612"/>
                </a:cubicBezTo>
                <a:cubicBezTo>
                  <a:pt x="2584" y="11612"/>
                  <a:pt x="1" y="9028"/>
                  <a:pt x="1" y="5806"/>
                </a:cubicBezTo>
                <a:cubicBezTo>
                  <a:pt x="1" y="2615"/>
                  <a:pt x="2584" y="1"/>
                  <a:pt x="5806" y="1"/>
                </a:cubicBezTo>
                <a:cubicBezTo>
                  <a:pt x="9028" y="1"/>
                  <a:pt x="11612" y="2615"/>
                  <a:pt x="11612" y="5806"/>
                </a:cubicBezTo>
                <a:close/>
              </a:path>
            </a:pathLst>
          </a:custGeom>
          <a:noFill/>
          <a:ln cap="flat" cmpd="sng" w="4550">
            <a:solidFill>
              <a:schemeClr val="accent2"/>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41"/>
          <p:cNvSpPr/>
          <p:nvPr/>
        </p:nvSpPr>
        <p:spPr>
          <a:xfrm flipH="1" rot="10800000">
            <a:off x="-344463" y="4461962"/>
            <a:ext cx="1125652" cy="1127635"/>
          </a:xfrm>
          <a:custGeom>
            <a:rect b="b" l="l" r="r" t="t"/>
            <a:pathLst>
              <a:path extrusionOk="0" fill="none" h="17631" w="17600">
                <a:moveTo>
                  <a:pt x="16991" y="8147"/>
                </a:moveTo>
                <a:lnTo>
                  <a:pt x="17599" y="7691"/>
                </a:lnTo>
                <a:lnTo>
                  <a:pt x="17326" y="6353"/>
                </a:lnTo>
                <a:lnTo>
                  <a:pt x="16566" y="6110"/>
                </a:lnTo>
                <a:cubicBezTo>
                  <a:pt x="16323" y="5411"/>
                  <a:pt x="15988" y="4742"/>
                  <a:pt x="15563" y="4165"/>
                </a:cubicBezTo>
                <a:lnTo>
                  <a:pt x="15867" y="3435"/>
                </a:lnTo>
                <a:lnTo>
                  <a:pt x="14955" y="2402"/>
                </a:lnTo>
                <a:lnTo>
                  <a:pt x="14164" y="2584"/>
                </a:lnTo>
                <a:cubicBezTo>
                  <a:pt x="13617" y="2128"/>
                  <a:pt x="12979" y="1703"/>
                  <a:pt x="12341" y="1399"/>
                </a:cubicBezTo>
                <a:lnTo>
                  <a:pt x="12219" y="639"/>
                </a:lnTo>
                <a:lnTo>
                  <a:pt x="10942" y="213"/>
                </a:lnTo>
                <a:lnTo>
                  <a:pt x="10335" y="761"/>
                </a:lnTo>
                <a:cubicBezTo>
                  <a:pt x="9635" y="609"/>
                  <a:pt x="8906" y="578"/>
                  <a:pt x="8146" y="639"/>
                </a:cubicBezTo>
                <a:lnTo>
                  <a:pt x="7660" y="1"/>
                </a:lnTo>
                <a:lnTo>
                  <a:pt x="6322" y="305"/>
                </a:lnTo>
                <a:lnTo>
                  <a:pt x="6110" y="1065"/>
                </a:lnTo>
                <a:cubicBezTo>
                  <a:pt x="5380" y="1308"/>
                  <a:pt x="4742" y="1642"/>
                  <a:pt x="4134" y="2068"/>
                </a:cubicBezTo>
                <a:lnTo>
                  <a:pt x="3435" y="1764"/>
                </a:lnTo>
                <a:lnTo>
                  <a:pt x="2401" y="2675"/>
                </a:lnTo>
                <a:lnTo>
                  <a:pt x="2584" y="3466"/>
                </a:lnTo>
                <a:cubicBezTo>
                  <a:pt x="2097" y="4013"/>
                  <a:pt x="1702" y="4621"/>
                  <a:pt x="1398" y="5289"/>
                </a:cubicBezTo>
                <a:lnTo>
                  <a:pt x="608" y="5411"/>
                </a:lnTo>
                <a:lnTo>
                  <a:pt x="182" y="6688"/>
                </a:lnTo>
                <a:lnTo>
                  <a:pt x="730" y="7296"/>
                </a:lnTo>
                <a:cubicBezTo>
                  <a:pt x="608" y="7995"/>
                  <a:pt x="547" y="8724"/>
                  <a:pt x="608" y="9484"/>
                </a:cubicBezTo>
                <a:lnTo>
                  <a:pt x="0" y="9940"/>
                </a:lnTo>
                <a:lnTo>
                  <a:pt x="274" y="11277"/>
                </a:lnTo>
                <a:lnTo>
                  <a:pt x="1064" y="11521"/>
                </a:lnTo>
                <a:cubicBezTo>
                  <a:pt x="1307" y="12250"/>
                  <a:pt x="1641" y="12888"/>
                  <a:pt x="2037" y="13496"/>
                </a:cubicBezTo>
                <a:lnTo>
                  <a:pt x="1763" y="14195"/>
                </a:lnTo>
                <a:lnTo>
                  <a:pt x="2675" y="15229"/>
                </a:lnTo>
                <a:lnTo>
                  <a:pt x="3465" y="15046"/>
                </a:lnTo>
                <a:cubicBezTo>
                  <a:pt x="4012" y="15533"/>
                  <a:pt x="4620" y="15928"/>
                  <a:pt x="5289" y="16232"/>
                </a:cubicBezTo>
                <a:lnTo>
                  <a:pt x="5380" y="17022"/>
                </a:lnTo>
                <a:lnTo>
                  <a:pt x="6687" y="17448"/>
                </a:lnTo>
                <a:lnTo>
                  <a:pt x="7265" y="16901"/>
                </a:lnTo>
                <a:cubicBezTo>
                  <a:pt x="7994" y="17022"/>
                  <a:pt x="8724" y="17053"/>
                  <a:pt x="9453" y="16992"/>
                </a:cubicBezTo>
                <a:lnTo>
                  <a:pt x="9939" y="17630"/>
                </a:lnTo>
                <a:lnTo>
                  <a:pt x="11277" y="17326"/>
                </a:lnTo>
                <a:lnTo>
                  <a:pt x="11520" y="16566"/>
                </a:lnTo>
                <a:cubicBezTo>
                  <a:pt x="12219" y="16323"/>
                  <a:pt x="12888" y="15989"/>
                  <a:pt x="13465" y="15563"/>
                </a:cubicBezTo>
                <a:lnTo>
                  <a:pt x="14195" y="15867"/>
                </a:lnTo>
                <a:lnTo>
                  <a:pt x="15198" y="14955"/>
                </a:lnTo>
                <a:lnTo>
                  <a:pt x="15016" y="14165"/>
                </a:lnTo>
                <a:cubicBezTo>
                  <a:pt x="15502" y="13618"/>
                  <a:pt x="15897" y="13010"/>
                  <a:pt x="16231" y="12341"/>
                </a:cubicBezTo>
                <a:lnTo>
                  <a:pt x="16991" y="12250"/>
                </a:lnTo>
                <a:lnTo>
                  <a:pt x="17417" y="10943"/>
                </a:lnTo>
                <a:lnTo>
                  <a:pt x="16870" y="10335"/>
                </a:lnTo>
                <a:cubicBezTo>
                  <a:pt x="17022" y="9636"/>
                  <a:pt x="17052" y="8907"/>
                  <a:pt x="16991" y="8147"/>
                </a:cubicBezTo>
                <a:close/>
                <a:moveTo>
                  <a:pt x="8815" y="13284"/>
                </a:moveTo>
                <a:cubicBezTo>
                  <a:pt x="6353" y="13284"/>
                  <a:pt x="4347" y="11277"/>
                  <a:pt x="4347" y="8815"/>
                </a:cubicBezTo>
                <a:cubicBezTo>
                  <a:pt x="4347" y="6353"/>
                  <a:pt x="6353" y="4347"/>
                  <a:pt x="8815" y="4347"/>
                </a:cubicBezTo>
                <a:cubicBezTo>
                  <a:pt x="11277" y="4347"/>
                  <a:pt x="13283" y="6353"/>
                  <a:pt x="13283" y="8815"/>
                </a:cubicBezTo>
                <a:cubicBezTo>
                  <a:pt x="13283" y="11277"/>
                  <a:pt x="11277" y="13284"/>
                  <a:pt x="8815" y="13284"/>
                </a:cubicBezTo>
                <a:close/>
              </a:path>
            </a:pathLst>
          </a:custGeom>
          <a:noFill/>
          <a:ln cap="flat" cmpd="sng" w="4550">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1" Type="http://schemas.openxmlformats.org/officeDocument/2006/relationships/theme" Target="../theme/theme2.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7074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Clr>
                <a:schemeClr val="lt1"/>
              </a:buClr>
              <a:buSzPts val="2800"/>
              <a:buFont typeface="Montserrat"/>
              <a:buNone/>
              <a:defRPr b="1" sz="2800">
                <a:solidFill>
                  <a:schemeClr val="lt1"/>
                </a:solidFill>
                <a:latin typeface="Montserrat"/>
                <a:ea typeface="Montserrat"/>
                <a:cs typeface="Montserrat"/>
                <a:sym typeface="Montserrat"/>
              </a:defRPr>
            </a:lvl1pPr>
            <a:lvl2pPr lvl="1" algn="ctr">
              <a:spcBef>
                <a:spcPts val="0"/>
              </a:spcBef>
              <a:spcAft>
                <a:spcPts val="0"/>
              </a:spcAft>
              <a:buClr>
                <a:schemeClr val="lt2"/>
              </a:buClr>
              <a:buSzPts val="2800"/>
              <a:buFont typeface="Montserrat Black"/>
              <a:buNone/>
              <a:defRPr sz="2800">
                <a:solidFill>
                  <a:schemeClr val="lt2"/>
                </a:solidFill>
                <a:latin typeface="Montserrat Black"/>
                <a:ea typeface="Montserrat Black"/>
                <a:cs typeface="Montserrat Black"/>
                <a:sym typeface="Montserrat Black"/>
              </a:defRPr>
            </a:lvl2pPr>
            <a:lvl3pPr lvl="2" algn="ctr">
              <a:spcBef>
                <a:spcPts val="0"/>
              </a:spcBef>
              <a:spcAft>
                <a:spcPts val="0"/>
              </a:spcAft>
              <a:buClr>
                <a:schemeClr val="lt2"/>
              </a:buClr>
              <a:buSzPts val="2800"/>
              <a:buFont typeface="Montserrat Black"/>
              <a:buNone/>
              <a:defRPr sz="2800">
                <a:solidFill>
                  <a:schemeClr val="lt2"/>
                </a:solidFill>
                <a:latin typeface="Montserrat Black"/>
                <a:ea typeface="Montserrat Black"/>
                <a:cs typeface="Montserrat Black"/>
                <a:sym typeface="Montserrat Black"/>
              </a:defRPr>
            </a:lvl3pPr>
            <a:lvl4pPr lvl="3" algn="ctr">
              <a:spcBef>
                <a:spcPts val="0"/>
              </a:spcBef>
              <a:spcAft>
                <a:spcPts val="0"/>
              </a:spcAft>
              <a:buClr>
                <a:schemeClr val="lt2"/>
              </a:buClr>
              <a:buSzPts val="2800"/>
              <a:buFont typeface="Montserrat Black"/>
              <a:buNone/>
              <a:defRPr sz="2800">
                <a:solidFill>
                  <a:schemeClr val="lt2"/>
                </a:solidFill>
                <a:latin typeface="Montserrat Black"/>
                <a:ea typeface="Montserrat Black"/>
                <a:cs typeface="Montserrat Black"/>
                <a:sym typeface="Montserrat Black"/>
              </a:defRPr>
            </a:lvl4pPr>
            <a:lvl5pPr lvl="4" algn="ctr">
              <a:spcBef>
                <a:spcPts val="0"/>
              </a:spcBef>
              <a:spcAft>
                <a:spcPts val="0"/>
              </a:spcAft>
              <a:buClr>
                <a:schemeClr val="lt2"/>
              </a:buClr>
              <a:buSzPts val="2800"/>
              <a:buFont typeface="Montserrat Black"/>
              <a:buNone/>
              <a:defRPr sz="2800">
                <a:solidFill>
                  <a:schemeClr val="lt2"/>
                </a:solidFill>
                <a:latin typeface="Montserrat Black"/>
                <a:ea typeface="Montserrat Black"/>
                <a:cs typeface="Montserrat Black"/>
                <a:sym typeface="Montserrat Black"/>
              </a:defRPr>
            </a:lvl5pPr>
            <a:lvl6pPr lvl="5" algn="ctr">
              <a:spcBef>
                <a:spcPts val="0"/>
              </a:spcBef>
              <a:spcAft>
                <a:spcPts val="0"/>
              </a:spcAft>
              <a:buClr>
                <a:schemeClr val="lt2"/>
              </a:buClr>
              <a:buSzPts val="2800"/>
              <a:buFont typeface="Montserrat Black"/>
              <a:buNone/>
              <a:defRPr sz="2800">
                <a:solidFill>
                  <a:schemeClr val="lt2"/>
                </a:solidFill>
                <a:latin typeface="Montserrat Black"/>
                <a:ea typeface="Montserrat Black"/>
                <a:cs typeface="Montserrat Black"/>
                <a:sym typeface="Montserrat Black"/>
              </a:defRPr>
            </a:lvl6pPr>
            <a:lvl7pPr lvl="6" algn="ctr">
              <a:spcBef>
                <a:spcPts val="0"/>
              </a:spcBef>
              <a:spcAft>
                <a:spcPts val="0"/>
              </a:spcAft>
              <a:buClr>
                <a:schemeClr val="lt2"/>
              </a:buClr>
              <a:buSzPts val="2800"/>
              <a:buFont typeface="Montserrat Black"/>
              <a:buNone/>
              <a:defRPr sz="2800">
                <a:solidFill>
                  <a:schemeClr val="lt2"/>
                </a:solidFill>
                <a:latin typeface="Montserrat Black"/>
                <a:ea typeface="Montserrat Black"/>
                <a:cs typeface="Montserrat Black"/>
                <a:sym typeface="Montserrat Black"/>
              </a:defRPr>
            </a:lvl7pPr>
            <a:lvl8pPr lvl="7" algn="ctr">
              <a:spcBef>
                <a:spcPts val="0"/>
              </a:spcBef>
              <a:spcAft>
                <a:spcPts val="0"/>
              </a:spcAft>
              <a:buClr>
                <a:schemeClr val="lt2"/>
              </a:buClr>
              <a:buSzPts val="2800"/>
              <a:buFont typeface="Montserrat Black"/>
              <a:buNone/>
              <a:defRPr sz="2800">
                <a:solidFill>
                  <a:schemeClr val="lt2"/>
                </a:solidFill>
                <a:latin typeface="Montserrat Black"/>
                <a:ea typeface="Montserrat Black"/>
                <a:cs typeface="Montserrat Black"/>
                <a:sym typeface="Montserrat Black"/>
              </a:defRPr>
            </a:lvl8pPr>
            <a:lvl9pPr lvl="8" algn="ctr">
              <a:spcBef>
                <a:spcPts val="0"/>
              </a:spcBef>
              <a:spcAft>
                <a:spcPts val="0"/>
              </a:spcAft>
              <a:buClr>
                <a:schemeClr val="lt2"/>
              </a:buClr>
              <a:buSzPts val="2800"/>
              <a:buFont typeface="Montserrat Black"/>
              <a:buNone/>
              <a:defRPr sz="2800">
                <a:solidFill>
                  <a:schemeClr val="lt2"/>
                </a:solidFill>
                <a:latin typeface="Montserrat Black"/>
                <a:ea typeface="Montserrat Black"/>
                <a:cs typeface="Montserrat Black"/>
                <a:sym typeface="Montserrat Black"/>
              </a:defRPr>
            </a:lvl9pPr>
          </a:lstStyle>
          <a:p/>
        </p:txBody>
      </p:sp>
      <p:sp>
        <p:nvSpPr>
          <p:cNvPr id="7" name="Google Shape;7;p1"/>
          <p:cNvSpPr txBox="1"/>
          <p:nvPr>
            <p:ph idx="1" type="body"/>
          </p:nvPr>
        </p:nvSpPr>
        <p:spPr>
          <a:xfrm>
            <a:off x="713225" y="1293075"/>
            <a:ext cx="7717500" cy="33153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1"/>
              </a:buClr>
              <a:buSzPts val="1800"/>
              <a:buFont typeface="Quicksand"/>
              <a:buChar char="●"/>
              <a:defRPr sz="1800">
                <a:solidFill>
                  <a:schemeClr val="lt1"/>
                </a:solidFill>
                <a:latin typeface="Quicksand"/>
                <a:ea typeface="Quicksand"/>
                <a:cs typeface="Quicksand"/>
                <a:sym typeface="Quicksand"/>
              </a:defRPr>
            </a:lvl1pPr>
            <a:lvl2pPr indent="-317500" lvl="1" marL="914400">
              <a:lnSpc>
                <a:spcPct val="115000"/>
              </a:lnSpc>
              <a:spcBef>
                <a:spcPts val="0"/>
              </a:spcBef>
              <a:spcAft>
                <a:spcPts val="0"/>
              </a:spcAft>
              <a:buClr>
                <a:schemeClr val="lt1"/>
              </a:buClr>
              <a:buSzPts val="1400"/>
              <a:buFont typeface="Quicksand"/>
              <a:buChar char="○"/>
              <a:defRPr>
                <a:solidFill>
                  <a:schemeClr val="lt1"/>
                </a:solidFill>
                <a:latin typeface="Quicksand"/>
                <a:ea typeface="Quicksand"/>
                <a:cs typeface="Quicksand"/>
                <a:sym typeface="Quicksand"/>
              </a:defRPr>
            </a:lvl2pPr>
            <a:lvl3pPr indent="-317500" lvl="2" marL="1371600">
              <a:lnSpc>
                <a:spcPct val="115000"/>
              </a:lnSpc>
              <a:spcBef>
                <a:spcPts val="0"/>
              </a:spcBef>
              <a:spcAft>
                <a:spcPts val="0"/>
              </a:spcAft>
              <a:buClr>
                <a:schemeClr val="lt1"/>
              </a:buClr>
              <a:buSzPts val="1400"/>
              <a:buFont typeface="Quicksand"/>
              <a:buChar char="■"/>
              <a:defRPr>
                <a:solidFill>
                  <a:schemeClr val="lt1"/>
                </a:solidFill>
                <a:latin typeface="Quicksand"/>
                <a:ea typeface="Quicksand"/>
                <a:cs typeface="Quicksand"/>
                <a:sym typeface="Quicksand"/>
              </a:defRPr>
            </a:lvl3pPr>
            <a:lvl4pPr indent="-317500" lvl="3" marL="1828800">
              <a:lnSpc>
                <a:spcPct val="115000"/>
              </a:lnSpc>
              <a:spcBef>
                <a:spcPts val="0"/>
              </a:spcBef>
              <a:spcAft>
                <a:spcPts val="0"/>
              </a:spcAft>
              <a:buClr>
                <a:schemeClr val="lt1"/>
              </a:buClr>
              <a:buSzPts val="1400"/>
              <a:buFont typeface="Quicksand"/>
              <a:buChar char="●"/>
              <a:defRPr>
                <a:solidFill>
                  <a:schemeClr val="lt1"/>
                </a:solidFill>
                <a:latin typeface="Quicksand"/>
                <a:ea typeface="Quicksand"/>
                <a:cs typeface="Quicksand"/>
                <a:sym typeface="Quicksand"/>
              </a:defRPr>
            </a:lvl4pPr>
            <a:lvl5pPr indent="-317500" lvl="4" marL="2286000">
              <a:lnSpc>
                <a:spcPct val="115000"/>
              </a:lnSpc>
              <a:spcBef>
                <a:spcPts val="0"/>
              </a:spcBef>
              <a:spcAft>
                <a:spcPts val="0"/>
              </a:spcAft>
              <a:buClr>
                <a:schemeClr val="lt1"/>
              </a:buClr>
              <a:buSzPts val="1400"/>
              <a:buFont typeface="Quicksand"/>
              <a:buChar char="○"/>
              <a:defRPr>
                <a:solidFill>
                  <a:schemeClr val="lt1"/>
                </a:solidFill>
                <a:latin typeface="Quicksand"/>
                <a:ea typeface="Quicksand"/>
                <a:cs typeface="Quicksand"/>
                <a:sym typeface="Quicksand"/>
              </a:defRPr>
            </a:lvl5pPr>
            <a:lvl6pPr indent="-317500" lvl="5" marL="2743200">
              <a:lnSpc>
                <a:spcPct val="115000"/>
              </a:lnSpc>
              <a:spcBef>
                <a:spcPts val="0"/>
              </a:spcBef>
              <a:spcAft>
                <a:spcPts val="0"/>
              </a:spcAft>
              <a:buClr>
                <a:schemeClr val="lt1"/>
              </a:buClr>
              <a:buSzPts val="1400"/>
              <a:buFont typeface="Quicksand"/>
              <a:buChar char="■"/>
              <a:defRPr>
                <a:solidFill>
                  <a:schemeClr val="lt1"/>
                </a:solidFill>
                <a:latin typeface="Quicksand"/>
                <a:ea typeface="Quicksand"/>
                <a:cs typeface="Quicksand"/>
                <a:sym typeface="Quicksand"/>
              </a:defRPr>
            </a:lvl6pPr>
            <a:lvl7pPr indent="-317500" lvl="6" marL="3200400">
              <a:lnSpc>
                <a:spcPct val="115000"/>
              </a:lnSpc>
              <a:spcBef>
                <a:spcPts val="0"/>
              </a:spcBef>
              <a:spcAft>
                <a:spcPts val="0"/>
              </a:spcAft>
              <a:buClr>
                <a:schemeClr val="lt1"/>
              </a:buClr>
              <a:buSzPts val="1400"/>
              <a:buFont typeface="Quicksand"/>
              <a:buChar char="●"/>
              <a:defRPr>
                <a:solidFill>
                  <a:schemeClr val="lt1"/>
                </a:solidFill>
                <a:latin typeface="Quicksand"/>
                <a:ea typeface="Quicksand"/>
                <a:cs typeface="Quicksand"/>
                <a:sym typeface="Quicksand"/>
              </a:defRPr>
            </a:lvl7pPr>
            <a:lvl8pPr indent="-317500" lvl="7" marL="3657600">
              <a:lnSpc>
                <a:spcPct val="115000"/>
              </a:lnSpc>
              <a:spcBef>
                <a:spcPts val="0"/>
              </a:spcBef>
              <a:spcAft>
                <a:spcPts val="0"/>
              </a:spcAft>
              <a:buClr>
                <a:schemeClr val="lt1"/>
              </a:buClr>
              <a:buSzPts val="1400"/>
              <a:buFont typeface="Quicksand"/>
              <a:buChar char="○"/>
              <a:defRPr>
                <a:solidFill>
                  <a:schemeClr val="lt1"/>
                </a:solidFill>
                <a:latin typeface="Quicksand"/>
                <a:ea typeface="Quicksand"/>
                <a:cs typeface="Quicksand"/>
                <a:sym typeface="Quicksand"/>
              </a:defRPr>
            </a:lvl8pPr>
            <a:lvl9pPr indent="-317500" lvl="8" marL="4114800">
              <a:lnSpc>
                <a:spcPct val="115000"/>
              </a:lnSpc>
              <a:spcBef>
                <a:spcPts val="0"/>
              </a:spcBef>
              <a:spcAft>
                <a:spcPts val="0"/>
              </a:spcAft>
              <a:buClr>
                <a:schemeClr val="lt1"/>
              </a:buClr>
              <a:buSzPts val="1400"/>
              <a:buFont typeface="Quicksand"/>
              <a:buChar char="■"/>
              <a:defRPr>
                <a:solidFill>
                  <a:schemeClr val="lt1"/>
                </a:solidFill>
                <a:latin typeface="Quicksand"/>
                <a:ea typeface="Quicksand"/>
                <a:cs typeface="Quicksand"/>
                <a:sym typeface="Quicksand"/>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8.xml"/><Relationship Id="rId3" Type="http://schemas.openxmlformats.org/officeDocument/2006/relationships/image" Target="../media/image10.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4.xml"/><Relationship Id="rId3" Type="http://schemas.openxmlformats.org/officeDocument/2006/relationships/image" Target="../media/image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15.xml"/><Relationship Id="rId3"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86" name="Shape 586"/>
        <p:cNvGrpSpPr/>
        <p:nvPr/>
      </p:nvGrpSpPr>
      <p:grpSpPr>
        <a:xfrm>
          <a:off x="0" y="0"/>
          <a:ext cx="0" cy="0"/>
          <a:chOff x="0" y="0"/>
          <a:chExt cx="0" cy="0"/>
        </a:xfrm>
      </p:grpSpPr>
      <p:sp>
        <p:nvSpPr>
          <p:cNvPr id="587" name="Google Shape;587;p42"/>
          <p:cNvSpPr txBox="1"/>
          <p:nvPr>
            <p:ph type="ctrTitle"/>
          </p:nvPr>
        </p:nvSpPr>
        <p:spPr>
          <a:xfrm>
            <a:off x="550750" y="1138875"/>
            <a:ext cx="4461600" cy="3071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DAC-006</a:t>
            </a:r>
            <a:endParaRPr/>
          </a:p>
          <a:p>
            <a:pPr indent="0" lvl="0" marL="0" rtl="0" algn="l">
              <a:spcBef>
                <a:spcPts val="0"/>
              </a:spcBef>
              <a:spcAft>
                <a:spcPts val="0"/>
              </a:spcAft>
              <a:buNone/>
            </a:pPr>
            <a:r>
              <a:rPr lang="en"/>
              <a:t>Introduction to NLP</a:t>
            </a:r>
            <a:endParaRPr/>
          </a:p>
          <a:p>
            <a:pPr indent="0" lvl="0" marL="0" rtl="0" algn="l">
              <a:spcBef>
                <a:spcPts val="0"/>
              </a:spcBef>
              <a:spcAft>
                <a:spcPts val="0"/>
              </a:spcAft>
              <a:buNone/>
            </a:pPr>
            <a:r>
              <a:rPr lang="en"/>
              <a:t>Lesson 1</a:t>
            </a:r>
            <a:endParaRPr/>
          </a:p>
        </p:txBody>
      </p:sp>
      <p:grpSp>
        <p:nvGrpSpPr>
          <p:cNvPr id="588" name="Google Shape;588;p42"/>
          <p:cNvGrpSpPr/>
          <p:nvPr/>
        </p:nvGrpSpPr>
        <p:grpSpPr>
          <a:xfrm>
            <a:off x="4835245" y="605545"/>
            <a:ext cx="3769246" cy="3935960"/>
            <a:chOff x="4835245" y="605545"/>
            <a:chExt cx="3769246" cy="3935960"/>
          </a:xfrm>
        </p:grpSpPr>
        <p:sp>
          <p:nvSpPr>
            <p:cNvPr id="589" name="Google Shape;589;p42"/>
            <p:cNvSpPr/>
            <p:nvPr/>
          </p:nvSpPr>
          <p:spPr>
            <a:xfrm>
              <a:off x="6326148" y="750982"/>
              <a:ext cx="1632800" cy="3421657"/>
            </a:xfrm>
            <a:custGeom>
              <a:rect b="b" l="l" r="r" t="t"/>
              <a:pathLst>
                <a:path extrusionOk="0" h="87966" w="41977">
                  <a:moveTo>
                    <a:pt x="37144" y="87965"/>
                  </a:moveTo>
                  <a:lnTo>
                    <a:pt x="4833" y="87965"/>
                  </a:lnTo>
                  <a:cubicBezTo>
                    <a:pt x="2159" y="87965"/>
                    <a:pt x="0" y="85807"/>
                    <a:pt x="0" y="83132"/>
                  </a:cubicBezTo>
                  <a:lnTo>
                    <a:pt x="0" y="4833"/>
                  </a:lnTo>
                  <a:cubicBezTo>
                    <a:pt x="0" y="2158"/>
                    <a:pt x="2159" y="0"/>
                    <a:pt x="4833" y="0"/>
                  </a:cubicBezTo>
                  <a:lnTo>
                    <a:pt x="37144" y="0"/>
                  </a:lnTo>
                  <a:cubicBezTo>
                    <a:pt x="39819" y="0"/>
                    <a:pt x="41977" y="2158"/>
                    <a:pt x="41977" y="4833"/>
                  </a:cubicBezTo>
                  <a:lnTo>
                    <a:pt x="41977" y="83132"/>
                  </a:lnTo>
                  <a:cubicBezTo>
                    <a:pt x="41977" y="85807"/>
                    <a:pt x="39819" y="87965"/>
                    <a:pt x="37144" y="87965"/>
                  </a:cubicBezTo>
                  <a:close/>
                </a:path>
              </a:pathLst>
            </a:custGeom>
            <a:gradFill>
              <a:gsLst>
                <a:gs pos="0">
                  <a:schemeClr val="accent1"/>
                </a:gs>
                <a:gs pos="100000">
                  <a:schemeClr val="accent2"/>
                </a:gs>
              </a:gsLst>
              <a:lin ang="0"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2"/>
            <p:cNvSpPr/>
            <p:nvPr/>
          </p:nvSpPr>
          <p:spPr>
            <a:xfrm>
              <a:off x="6326148" y="974448"/>
              <a:ext cx="1632800" cy="39"/>
            </a:xfrm>
            <a:custGeom>
              <a:rect b="b" l="l" r="r" t="t"/>
              <a:pathLst>
                <a:path extrusionOk="0" fill="none" h="1" w="41977">
                  <a:moveTo>
                    <a:pt x="0" y="0"/>
                  </a:moveTo>
                  <a:lnTo>
                    <a:pt x="41977"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42"/>
            <p:cNvSpPr/>
            <p:nvPr/>
          </p:nvSpPr>
          <p:spPr>
            <a:xfrm>
              <a:off x="6475125" y="833717"/>
              <a:ext cx="55585" cy="55623"/>
            </a:xfrm>
            <a:custGeom>
              <a:rect b="b" l="l" r="r" t="t"/>
              <a:pathLst>
                <a:path extrusionOk="0" fill="none" h="1430" w="1429">
                  <a:moveTo>
                    <a:pt x="1429" y="700"/>
                  </a:moveTo>
                  <a:cubicBezTo>
                    <a:pt x="1429" y="305"/>
                    <a:pt x="1095" y="1"/>
                    <a:pt x="699" y="1"/>
                  </a:cubicBezTo>
                  <a:cubicBezTo>
                    <a:pt x="304" y="1"/>
                    <a:pt x="0" y="305"/>
                    <a:pt x="0" y="700"/>
                  </a:cubicBezTo>
                  <a:cubicBezTo>
                    <a:pt x="0" y="1095"/>
                    <a:pt x="304" y="1430"/>
                    <a:pt x="699" y="1430"/>
                  </a:cubicBezTo>
                  <a:cubicBezTo>
                    <a:pt x="1095" y="1430"/>
                    <a:pt x="1429" y="1095"/>
                    <a:pt x="1429" y="700"/>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42"/>
            <p:cNvSpPr/>
            <p:nvPr/>
          </p:nvSpPr>
          <p:spPr>
            <a:xfrm>
              <a:off x="6582716" y="833717"/>
              <a:ext cx="56790" cy="55623"/>
            </a:xfrm>
            <a:custGeom>
              <a:rect b="b" l="l" r="r" t="t"/>
              <a:pathLst>
                <a:path extrusionOk="0" fill="none" h="1430" w="1460">
                  <a:moveTo>
                    <a:pt x="1459" y="700"/>
                  </a:moveTo>
                  <a:cubicBezTo>
                    <a:pt x="1459" y="305"/>
                    <a:pt x="1125" y="1"/>
                    <a:pt x="730" y="1"/>
                  </a:cubicBezTo>
                  <a:cubicBezTo>
                    <a:pt x="335" y="1"/>
                    <a:pt x="0" y="305"/>
                    <a:pt x="0" y="700"/>
                  </a:cubicBezTo>
                  <a:cubicBezTo>
                    <a:pt x="0" y="1095"/>
                    <a:pt x="335" y="1430"/>
                    <a:pt x="730" y="1430"/>
                  </a:cubicBezTo>
                  <a:cubicBezTo>
                    <a:pt x="1125" y="1430"/>
                    <a:pt x="1459" y="1095"/>
                    <a:pt x="1459" y="700"/>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42"/>
            <p:cNvSpPr/>
            <p:nvPr/>
          </p:nvSpPr>
          <p:spPr>
            <a:xfrm>
              <a:off x="6691473" y="833717"/>
              <a:ext cx="55623" cy="55623"/>
            </a:xfrm>
            <a:custGeom>
              <a:rect b="b" l="l" r="r" t="t"/>
              <a:pathLst>
                <a:path extrusionOk="0" fill="none" h="1430" w="1430">
                  <a:moveTo>
                    <a:pt x="1429" y="700"/>
                  </a:moveTo>
                  <a:cubicBezTo>
                    <a:pt x="1429" y="305"/>
                    <a:pt x="1125" y="1"/>
                    <a:pt x="730" y="1"/>
                  </a:cubicBezTo>
                  <a:cubicBezTo>
                    <a:pt x="335" y="1"/>
                    <a:pt x="1" y="305"/>
                    <a:pt x="1" y="700"/>
                  </a:cubicBezTo>
                  <a:cubicBezTo>
                    <a:pt x="1" y="1095"/>
                    <a:pt x="335" y="1430"/>
                    <a:pt x="730" y="1430"/>
                  </a:cubicBezTo>
                  <a:cubicBezTo>
                    <a:pt x="1125" y="1430"/>
                    <a:pt x="1429" y="1095"/>
                    <a:pt x="1429" y="700"/>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42"/>
            <p:cNvSpPr/>
            <p:nvPr/>
          </p:nvSpPr>
          <p:spPr>
            <a:xfrm>
              <a:off x="6416001" y="1588057"/>
              <a:ext cx="1453094" cy="383101"/>
            </a:xfrm>
            <a:custGeom>
              <a:rect b="b" l="l" r="r" t="t"/>
              <a:pathLst>
                <a:path extrusionOk="0" fill="none" h="9849" w="37357">
                  <a:moveTo>
                    <a:pt x="35624" y="9848"/>
                  </a:moveTo>
                  <a:lnTo>
                    <a:pt x="1733" y="9848"/>
                  </a:lnTo>
                  <a:cubicBezTo>
                    <a:pt x="760" y="9848"/>
                    <a:pt x="0" y="9089"/>
                    <a:pt x="0" y="8116"/>
                  </a:cubicBezTo>
                  <a:lnTo>
                    <a:pt x="0" y="1763"/>
                  </a:lnTo>
                  <a:cubicBezTo>
                    <a:pt x="0" y="791"/>
                    <a:pt x="760" y="0"/>
                    <a:pt x="1733" y="0"/>
                  </a:cubicBezTo>
                  <a:lnTo>
                    <a:pt x="35624" y="0"/>
                  </a:lnTo>
                  <a:cubicBezTo>
                    <a:pt x="36597" y="0"/>
                    <a:pt x="37357" y="791"/>
                    <a:pt x="37357" y="1763"/>
                  </a:cubicBezTo>
                  <a:lnTo>
                    <a:pt x="37357" y="8116"/>
                  </a:lnTo>
                  <a:cubicBezTo>
                    <a:pt x="37357" y="9089"/>
                    <a:pt x="36597" y="9848"/>
                    <a:pt x="35624" y="9848"/>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42"/>
            <p:cNvSpPr/>
            <p:nvPr/>
          </p:nvSpPr>
          <p:spPr>
            <a:xfrm>
              <a:off x="6825086" y="1703932"/>
              <a:ext cx="942331" cy="39"/>
            </a:xfrm>
            <a:custGeom>
              <a:rect b="b" l="l" r="r" t="t"/>
              <a:pathLst>
                <a:path extrusionOk="0" fill="none" h="1" w="24226">
                  <a:moveTo>
                    <a:pt x="0" y="0"/>
                  </a:moveTo>
                  <a:lnTo>
                    <a:pt x="24226"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42"/>
            <p:cNvSpPr/>
            <p:nvPr/>
          </p:nvSpPr>
          <p:spPr>
            <a:xfrm>
              <a:off x="6825086" y="1781961"/>
              <a:ext cx="942331" cy="39"/>
            </a:xfrm>
            <a:custGeom>
              <a:rect b="b" l="l" r="r" t="t"/>
              <a:pathLst>
                <a:path extrusionOk="0" fill="none" h="1" w="24226">
                  <a:moveTo>
                    <a:pt x="0" y="0"/>
                  </a:moveTo>
                  <a:lnTo>
                    <a:pt x="24226"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42"/>
            <p:cNvSpPr/>
            <p:nvPr/>
          </p:nvSpPr>
          <p:spPr>
            <a:xfrm>
              <a:off x="6825086" y="1861156"/>
              <a:ext cx="806384" cy="39"/>
            </a:xfrm>
            <a:custGeom>
              <a:rect b="b" l="l" r="r" t="t"/>
              <a:pathLst>
                <a:path extrusionOk="0" fill="none" h="1" w="20731">
                  <a:moveTo>
                    <a:pt x="0" y="1"/>
                  </a:moveTo>
                  <a:lnTo>
                    <a:pt x="20730"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42"/>
            <p:cNvSpPr/>
            <p:nvPr/>
          </p:nvSpPr>
          <p:spPr>
            <a:xfrm>
              <a:off x="6503481" y="1657800"/>
              <a:ext cx="245988" cy="244782"/>
            </a:xfrm>
            <a:custGeom>
              <a:rect b="b" l="l" r="r" t="t"/>
              <a:pathLst>
                <a:path extrusionOk="0" fill="none" h="6293" w="6324">
                  <a:moveTo>
                    <a:pt x="6323" y="3131"/>
                  </a:moveTo>
                  <a:cubicBezTo>
                    <a:pt x="6323" y="4894"/>
                    <a:pt x="4894" y="6293"/>
                    <a:pt x="3162" y="6293"/>
                  </a:cubicBezTo>
                  <a:cubicBezTo>
                    <a:pt x="1429" y="6293"/>
                    <a:pt x="1" y="4894"/>
                    <a:pt x="1" y="3131"/>
                  </a:cubicBezTo>
                  <a:cubicBezTo>
                    <a:pt x="1" y="1399"/>
                    <a:pt x="1429" y="1"/>
                    <a:pt x="3162" y="1"/>
                  </a:cubicBezTo>
                  <a:cubicBezTo>
                    <a:pt x="4894" y="1"/>
                    <a:pt x="6323" y="1399"/>
                    <a:pt x="6323" y="3131"/>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42"/>
            <p:cNvSpPr/>
            <p:nvPr/>
          </p:nvSpPr>
          <p:spPr>
            <a:xfrm>
              <a:off x="6568518" y="1711012"/>
              <a:ext cx="115915" cy="120621"/>
            </a:xfrm>
            <a:custGeom>
              <a:rect b="b" l="l" r="r" t="t"/>
              <a:pathLst>
                <a:path extrusionOk="0" fill="none" h="3101" w="2980">
                  <a:moveTo>
                    <a:pt x="2979" y="3101"/>
                  </a:moveTo>
                  <a:cubicBezTo>
                    <a:pt x="2979" y="2402"/>
                    <a:pt x="2523" y="1703"/>
                    <a:pt x="1915" y="1459"/>
                  </a:cubicBezTo>
                  <a:cubicBezTo>
                    <a:pt x="2128" y="1338"/>
                    <a:pt x="2280" y="1064"/>
                    <a:pt x="2280" y="791"/>
                  </a:cubicBezTo>
                  <a:cubicBezTo>
                    <a:pt x="2280" y="365"/>
                    <a:pt x="1946" y="0"/>
                    <a:pt x="1490" y="0"/>
                  </a:cubicBezTo>
                  <a:cubicBezTo>
                    <a:pt x="1034" y="0"/>
                    <a:pt x="700" y="365"/>
                    <a:pt x="700" y="791"/>
                  </a:cubicBezTo>
                  <a:cubicBezTo>
                    <a:pt x="700" y="1064"/>
                    <a:pt x="852" y="1338"/>
                    <a:pt x="1064" y="1459"/>
                  </a:cubicBezTo>
                  <a:cubicBezTo>
                    <a:pt x="456" y="1703"/>
                    <a:pt x="1" y="2402"/>
                    <a:pt x="1" y="3101"/>
                  </a:cubicBezTo>
                  <a:close/>
                </a:path>
              </a:pathLst>
            </a:custGeom>
            <a:noFill/>
            <a:ln cap="rnd" cmpd="sng" w="4550">
              <a:solidFill>
                <a:srgbClr val="E5A5B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42"/>
            <p:cNvSpPr/>
            <p:nvPr/>
          </p:nvSpPr>
          <p:spPr>
            <a:xfrm>
              <a:off x="6416001" y="2052687"/>
              <a:ext cx="1453094" cy="383101"/>
            </a:xfrm>
            <a:custGeom>
              <a:rect b="b" l="l" r="r" t="t"/>
              <a:pathLst>
                <a:path extrusionOk="0" fill="none" h="9849" w="37357">
                  <a:moveTo>
                    <a:pt x="35624" y="9849"/>
                  </a:moveTo>
                  <a:lnTo>
                    <a:pt x="1733" y="9849"/>
                  </a:lnTo>
                  <a:cubicBezTo>
                    <a:pt x="760" y="9849"/>
                    <a:pt x="0" y="9059"/>
                    <a:pt x="0" y="8116"/>
                  </a:cubicBezTo>
                  <a:lnTo>
                    <a:pt x="0" y="1733"/>
                  </a:lnTo>
                  <a:cubicBezTo>
                    <a:pt x="0" y="791"/>
                    <a:pt x="760" y="1"/>
                    <a:pt x="1733" y="1"/>
                  </a:cubicBezTo>
                  <a:lnTo>
                    <a:pt x="35624" y="1"/>
                  </a:lnTo>
                  <a:cubicBezTo>
                    <a:pt x="36597" y="1"/>
                    <a:pt x="37357" y="791"/>
                    <a:pt x="37357" y="1733"/>
                  </a:cubicBezTo>
                  <a:lnTo>
                    <a:pt x="37357" y="8116"/>
                  </a:lnTo>
                  <a:cubicBezTo>
                    <a:pt x="37357" y="9059"/>
                    <a:pt x="36597" y="9849"/>
                    <a:pt x="35624" y="9849"/>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42"/>
            <p:cNvSpPr/>
            <p:nvPr/>
          </p:nvSpPr>
          <p:spPr>
            <a:xfrm>
              <a:off x="6825086" y="2167396"/>
              <a:ext cx="942331" cy="39"/>
            </a:xfrm>
            <a:custGeom>
              <a:rect b="b" l="l" r="r" t="t"/>
              <a:pathLst>
                <a:path extrusionOk="0" fill="none" h="1" w="24226">
                  <a:moveTo>
                    <a:pt x="0" y="0"/>
                  </a:moveTo>
                  <a:lnTo>
                    <a:pt x="24226"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42"/>
            <p:cNvSpPr/>
            <p:nvPr/>
          </p:nvSpPr>
          <p:spPr>
            <a:xfrm>
              <a:off x="6825086" y="2246591"/>
              <a:ext cx="942331" cy="39"/>
            </a:xfrm>
            <a:custGeom>
              <a:rect b="b" l="l" r="r" t="t"/>
              <a:pathLst>
                <a:path extrusionOk="0" fill="none" h="1" w="24226">
                  <a:moveTo>
                    <a:pt x="0" y="1"/>
                  </a:moveTo>
                  <a:lnTo>
                    <a:pt x="24226"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42"/>
            <p:cNvSpPr/>
            <p:nvPr/>
          </p:nvSpPr>
          <p:spPr>
            <a:xfrm>
              <a:off x="6825086" y="2325825"/>
              <a:ext cx="431568" cy="39"/>
            </a:xfrm>
            <a:custGeom>
              <a:rect b="b" l="l" r="r" t="t"/>
              <a:pathLst>
                <a:path extrusionOk="0" fill="none" h="1" w="11095">
                  <a:moveTo>
                    <a:pt x="0" y="0"/>
                  </a:moveTo>
                  <a:lnTo>
                    <a:pt x="11095"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2"/>
            <p:cNvSpPr/>
            <p:nvPr/>
          </p:nvSpPr>
          <p:spPr>
            <a:xfrm>
              <a:off x="6486950" y="2104732"/>
              <a:ext cx="279051" cy="279051"/>
            </a:xfrm>
            <a:custGeom>
              <a:rect b="b" l="l" r="r" t="t"/>
              <a:pathLst>
                <a:path extrusionOk="0" fill="none" h="7174" w="7174">
                  <a:moveTo>
                    <a:pt x="4894" y="699"/>
                  </a:moveTo>
                  <a:cubicBezTo>
                    <a:pt x="6475" y="1429"/>
                    <a:pt x="7174" y="3283"/>
                    <a:pt x="6475" y="4863"/>
                  </a:cubicBezTo>
                  <a:cubicBezTo>
                    <a:pt x="5745" y="6474"/>
                    <a:pt x="3891" y="7174"/>
                    <a:pt x="2310" y="6474"/>
                  </a:cubicBezTo>
                  <a:cubicBezTo>
                    <a:pt x="699" y="5745"/>
                    <a:pt x="0" y="3891"/>
                    <a:pt x="699" y="2310"/>
                  </a:cubicBezTo>
                  <a:cubicBezTo>
                    <a:pt x="1429" y="699"/>
                    <a:pt x="3283" y="0"/>
                    <a:pt x="4894" y="699"/>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2"/>
            <p:cNvSpPr/>
            <p:nvPr/>
          </p:nvSpPr>
          <p:spPr>
            <a:xfrm>
              <a:off x="6568518" y="2174475"/>
              <a:ext cx="115915" cy="120621"/>
            </a:xfrm>
            <a:custGeom>
              <a:rect b="b" l="l" r="r" t="t"/>
              <a:pathLst>
                <a:path extrusionOk="0" fill="none" h="3101" w="2980">
                  <a:moveTo>
                    <a:pt x="2979" y="3101"/>
                  </a:moveTo>
                  <a:cubicBezTo>
                    <a:pt x="2979" y="2432"/>
                    <a:pt x="2523" y="1733"/>
                    <a:pt x="1915" y="1490"/>
                  </a:cubicBezTo>
                  <a:cubicBezTo>
                    <a:pt x="2128" y="1338"/>
                    <a:pt x="2280" y="1095"/>
                    <a:pt x="2280" y="821"/>
                  </a:cubicBezTo>
                  <a:cubicBezTo>
                    <a:pt x="2280" y="365"/>
                    <a:pt x="1946" y="1"/>
                    <a:pt x="1490" y="1"/>
                  </a:cubicBezTo>
                  <a:cubicBezTo>
                    <a:pt x="1034" y="1"/>
                    <a:pt x="700" y="365"/>
                    <a:pt x="700" y="821"/>
                  </a:cubicBezTo>
                  <a:cubicBezTo>
                    <a:pt x="700" y="1095"/>
                    <a:pt x="852" y="1338"/>
                    <a:pt x="1064" y="1490"/>
                  </a:cubicBezTo>
                  <a:cubicBezTo>
                    <a:pt x="456" y="1733"/>
                    <a:pt x="1" y="2432"/>
                    <a:pt x="1" y="3101"/>
                  </a:cubicBezTo>
                  <a:close/>
                </a:path>
              </a:pathLst>
            </a:custGeom>
            <a:noFill/>
            <a:ln cap="rnd" cmpd="sng" w="4550">
              <a:solidFill>
                <a:srgbClr val="E5A5B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42"/>
            <p:cNvSpPr/>
            <p:nvPr/>
          </p:nvSpPr>
          <p:spPr>
            <a:xfrm>
              <a:off x="7436321" y="1067841"/>
              <a:ext cx="432774" cy="433941"/>
            </a:xfrm>
            <a:custGeom>
              <a:rect b="b" l="l" r="r" t="t"/>
              <a:pathLst>
                <a:path extrusionOk="0" fill="none" h="11156" w="11126">
                  <a:moveTo>
                    <a:pt x="9150" y="11155"/>
                  </a:moveTo>
                  <a:lnTo>
                    <a:pt x="1946" y="11155"/>
                  </a:lnTo>
                  <a:cubicBezTo>
                    <a:pt x="882" y="11155"/>
                    <a:pt x="1" y="10274"/>
                    <a:pt x="1" y="9180"/>
                  </a:cubicBezTo>
                  <a:lnTo>
                    <a:pt x="1" y="1976"/>
                  </a:lnTo>
                  <a:cubicBezTo>
                    <a:pt x="1" y="882"/>
                    <a:pt x="882" y="0"/>
                    <a:pt x="1946" y="0"/>
                  </a:cubicBezTo>
                  <a:lnTo>
                    <a:pt x="9150" y="0"/>
                  </a:lnTo>
                  <a:cubicBezTo>
                    <a:pt x="10244" y="0"/>
                    <a:pt x="11126" y="882"/>
                    <a:pt x="11126" y="1976"/>
                  </a:cubicBezTo>
                  <a:lnTo>
                    <a:pt x="11126" y="9180"/>
                  </a:lnTo>
                  <a:cubicBezTo>
                    <a:pt x="11126" y="10274"/>
                    <a:pt x="10244" y="11155"/>
                    <a:pt x="9150" y="11155"/>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42"/>
            <p:cNvSpPr/>
            <p:nvPr/>
          </p:nvSpPr>
          <p:spPr>
            <a:xfrm>
              <a:off x="7530920" y="1163607"/>
              <a:ext cx="243615" cy="242409"/>
            </a:xfrm>
            <a:custGeom>
              <a:rect b="b" l="l" r="r" t="t"/>
              <a:pathLst>
                <a:path extrusionOk="0" fill="none" h="6232" w="6263">
                  <a:moveTo>
                    <a:pt x="6019" y="2888"/>
                  </a:moveTo>
                  <a:lnTo>
                    <a:pt x="6262" y="2706"/>
                  </a:lnTo>
                  <a:lnTo>
                    <a:pt x="6141" y="2250"/>
                  </a:lnTo>
                  <a:lnTo>
                    <a:pt x="5867" y="2158"/>
                  </a:lnTo>
                  <a:cubicBezTo>
                    <a:pt x="5776" y="1885"/>
                    <a:pt x="5654" y="1672"/>
                    <a:pt x="5533" y="1459"/>
                  </a:cubicBezTo>
                  <a:lnTo>
                    <a:pt x="5624" y="1216"/>
                  </a:lnTo>
                  <a:lnTo>
                    <a:pt x="5320" y="851"/>
                  </a:lnTo>
                  <a:lnTo>
                    <a:pt x="5016" y="912"/>
                  </a:lnTo>
                  <a:cubicBezTo>
                    <a:pt x="4834" y="730"/>
                    <a:pt x="4621" y="578"/>
                    <a:pt x="4378" y="487"/>
                  </a:cubicBezTo>
                  <a:lnTo>
                    <a:pt x="4347" y="213"/>
                  </a:lnTo>
                  <a:lnTo>
                    <a:pt x="3891" y="61"/>
                  </a:lnTo>
                  <a:lnTo>
                    <a:pt x="3679" y="243"/>
                  </a:lnTo>
                  <a:cubicBezTo>
                    <a:pt x="3405" y="213"/>
                    <a:pt x="3162" y="183"/>
                    <a:pt x="2888" y="213"/>
                  </a:cubicBezTo>
                  <a:lnTo>
                    <a:pt x="2736" y="0"/>
                  </a:lnTo>
                  <a:lnTo>
                    <a:pt x="2250" y="91"/>
                  </a:lnTo>
                  <a:lnTo>
                    <a:pt x="2159" y="365"/>
                  </a:lnTo>
                  <a:cubicBezTo>
                    <a:pt x="1916" y="456"/>
                    <a:pt x="1672" y="578"/>
                    <a:pt x="1460" y="699"/>
                  </a:cubicBezTo>
                  <a:lnTo>
                    <a:pt x="1216" y="608"/>
                  </a:lnTo>
                  <a:lnTo>
                    <a:pt x="852" y="943"/>
                  </a:lnTo>
                  <a:lnTo>
                    <a:pt x="913" y="1216"/>
                  </a:lnTo>
                  <a:cubicBezTo>
                    <a:pt x="761" y="1399"/>
                    <a:pt x="609" y="1642"/>
                    <a:pt x="487" y="1854"/>
                  </a:cubicBezTo>
                  <a:lnTo>
                    <a:pt x="213" y="1885"/>
                  </a:lnTo>
                  <a:lnTo>
                    <a:pt x="61" y="2371"/>
                  </a:lnTo>
                  <a:lnTo>
                    <a:pt x="274" y="2554"/>
                  </a:lnTo>
                  <a:cubicBezTo>
                    <a:pt x="213" y="2827"/>
                    <a:pt x="213" y="3070"/>
                    <a:pt x="213" y="3344"/>
                  </a:cubicBezTo>
                  <a:lnTo>
                    <a:pt x="1" y="3526"/>
                  </a:lnTo>
                  <a:lnTo>
                    <a:pt x="92" y="3982"/>
                  </a:lnTo>
                  <a:lnTo>
                    <a:pt x="365" y="4073"/>
                  </a:lnTo>
                  <a:cubicBezTo>
                    <a:pt x="457" y="4316"/>
                    <a:pt x="578" y="4560"/>
                    <a:pt x="730" y="4772"/>
                  </a:cubicBezTo>
                  <a:lnTo>
                    <a:pt x="639" y="5016"/>
                  </a:lnTo>
                  <a:lnTo>
                    <a:pt x="943" y="5380"/>
                  </a:lnTo>
                  <a:lnTo>
                    <a:pt x="1216" y="5320"/>
                  </a:lnTo>
                  <a:cubicBezTo>
                    <a:pt x="1429" y="5472"/>
                    <a:pt x="1642" y="5623"/>
                    <a:pt x="1885" y="5745"/>
                  </a:cubicBezTo>
                  <a:lnTo>
                    <a:pt x="1916" y="6019"/>
                  </a:lnTo>
                  <a:lnTo>
                    <a:pt x="2372" y="6171"/>
                  </a:lnTo>
                  <a:lnTo>
                    <a:pt x="2584" y="5958"/>
                  </a:lnTo>
                  <a:cubicBezTo>
                    <a:pt x="2827" y="6019"/>
                    <a:pt x="3101" y="6019"/>
                    <a:pt x="3375" y="6019"/>
                  </a:cubicBezTo>
                  <a:lnTo>
                    <a:pt x="3527" y="6231"/>
                  </a:lnTo>
                  <a:lnTo>
                    <a:pt x="4013" y="6140"/>
                  </a:lnTo>
                  <a:lnTo>
                    <a:pt x="4104" y="5867"/>
                  </a:lnTo>
                  <a:cubicBezTo>
                    <a:pt x="4347" y="5775"/>
                    <a:pt x="4560" y="5654"/>
                    <a:pt x="4773" y="5502"/>
                  </a:cubicBezTo>
                  <a:lnTo>
                    <a:pt x="5046" y="5623"/>
                  </a:lnTo>
                  <a:lnTo>
                    <a:pt x="5411" y="5289"/>
                  </a:lnTo>
                  <a:lnTo>
                    <a:pt x="5320" y="5016"/>
                  </a:lnTo>
                  <a:cubicBezTo>
                    <a:pt x="5502" y="4803"/>
                    <a:pt x="5654" y="4590"/>
                    <a:pt x="5745" y="4347"/>
                  </a:cubicBezTo>
                  <a:lnTo>
                    <a:pt x="6019" y="4316"/>
                  </a:lnTo>
                  <a:lnTo>
                    <a:pt x="6171" y="3861"/>
                  </a:lnTo>
                  <a:lnTo>
                    <a:pt x="5989" y="3648"/>
                  </a:lnTo>
                  <a:cubicBezTo>
                    <a:pt x="6049" y="3405"/>
                    <a:pt x="6049" y="3131"/>
                    <a:pt x="6019" y="2888"/>
                  </a:cubicBezTo>
                  <a:close/>
                  <a:moveTo>
                    <a:pt x="3131" y="4225"/>
                  </a:moveTo>
                  <a:cubicBezTo>
                    <a:pt x="2493" y="4225"/>
                    <a:pt x="2007" y="3739"/>
                    <a:pt x="2007" y="3101"/>
                  </a:cubicBezTo>
                  <a:cubicBezTo>
                    <a:pt x="2007" y="2493"/>
                    <a:pt x="2493" y="1976"/>
                    <a:pt x="3131" y="1976"/>
                  </a:cubicBezTo>
                  <a:cubicBezTo>
                    <a:pt x="3739" y="1976"/>
                    <a:pt x="4256" y="2493"/>
                    <a:pt x="4256" y="3101"/>
                  </a:cubicBezTo>
                  <a:cubicBezTo>
                    <a:pt x="4256" y="3739"/>
                    <a:pt x="3739" y="4225"/>
                    <a:pt x="3131" y="4225"/>
                  </a:cubicBezTo>
                  <a:close/>
                  <a:moveTo>
                    <a:pt x="3131" y="4712"/>
                  </a:moveTo>
                  <a:cubicBezTo>
                    <a:pt x="2250" y="4712"/>
                    <a:pt x="1520" y="3982"/>
                    <a:pt x="1520" y="3101"/>
                  </a:cubicBezTo>
                  <a:cubicBezTo>
                    <a:pt x="1520" y="2219"/>
                    <a:pt x="2250" y="1520"/>
                    <a:pt x="3131" y="1520"/>
                  </a:cubicBezTo>
                  <a:cubicBezTo>
                    <a:pt x="4013" y="1520"/>
                    <a:pt x="4742" y="2219"/>
                    <a:pt x="4742" y="3101"/>
                  </a:cubicBezTo>
                  <a:cubicBezTo>
                    <a:pt x="4742" y="3982"/>
                    <a:pt x="4013" y="4712"/>
                    <a:pt x="3131" y="4712"/>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2"/>
            <p:cNvSpPr/>
            <p:nvPr/>
          </p:nvSpPr>
          <p:spPr>
            <a:xfrm>
              <a:off x="6925597" y="1067841"/>
              <a:ext cx="433941" cy="433941"/>
            </a:xfrm>
            <a:custGeom>
              <a:rect b="b" l="l" r="r" t="t"/>
              <a:pathLst>
                <a:path extrusionOk="0" fill="none" h="11156" w="11156">
                  <a:moveTo>
                    <a:pt x="9180" y="11155"/>
                  </a:moveTo>
                  <a:lnTo>
                    <a:pt x="1976" y="11155"/>
                  </a:lnTo>
                  <a:cubicBezTo>
                    <a:pt x="882" y="11155"/>
                    <a:pt x="0" y="10274"/>
                    <a:pt x="0" y="9180"/>
                  </a:cubicBezTo>
                  <a:lnTo>
                    <a:pt x="0" y="1976"/>
                  </a:lnTo>
                  <a:cubicBezTo>
                    <a:pt x="0" y="882"/>
                    <a:pt x="882" y="0"/>
                    <a:pt x="1976" y="0"/>
                  </a:cubicBezTo>
                  <a:lnTo>
                    <a:pt x="9180" y="0"/>
                  </a:lnTo>
                  <a:cubicBezTo>
                    <a:pt x="10274" y="0"/>
                    <a:pt x="11155" y="882"/>
                    <a:pt x="11155" y="1976"/>
                  </a:cubicBezTo>
                  <a:lnTo>
                    <a:pt x="11155" y="9180"/>
                  </a:lnTo>
                  <a:cubicBezTo>
                    <a:pt x="11155" y="10274"/>
                    <a:pt x="10274" y="11155"/>
                    <a:pt x="9180" y="11155"/>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42"/>
            <p:cNvSpPr/>
            <p:nvPr/>
          </p:nvSpPr>
          <p:spPr>
            <a:xfrm>
              <a:off x="6996507" y="1222731"/>
              <a:ext cx="286169" cy="166715"/>
            </a:xfrm>
            <a:custGeom>
              <a:rect b="b" l="l" r="r" t="t"/>
              <a:pathLst>
                <a:path extrusionOk="0" fill="none" h="4286" w="7357">
                  <a:moveTo>
                    <a:pt x="7357" y="4286"/>
                  </a:moveTo>
                  <a:lnTo>
                    <a:pt x="1" y="4286"/>
                  </a:lnTo>
                  <a:lnTo>
                    <a:pt x="2919" y="0"/>
                  </a:lnTo>
                  <a:lnTo>
                    <a:pt x="4651" y="3040"/>
                  </a:lnTo>
                  <a:lnTo>
                    <a:pt x="5746" y="1337"/>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42"/>
            <p:cNvSpPr/>
            <p:nvPr/>
          </p:nvSpPr>
          <p:spPr>
            <a:xfrm>
              <a:off x="7175047" y="1171892"/>
              <a:ext cx="50878" cy="50878"/>
            </a:xfrm>
            <a:custGeom>
              <a:rect b="b" l="l" r="r" t="t"/>
              <a:pathLst>
                <a:path extrusionOk="0" fill="none" h="1308" w="1308">
                  <a:moveTo>
                    <a:pt x="1308" y="669"/>
                  </a:moveTo>
                  <a:cubicBezTo>
                    <a:pt x="1308" y="304"/>
                    <a:pt x="1034" y="0"/>
                    <a:pt x="669" y="0"/>
                  </a:cubicBezTo>
                  <a:cubicBezTo>
                    <a:pt x="304" y="0"/>
                    <a:pt x="1" y="304"/>
                    <a:pt x="1" y="669"/>
                  </a:cubicBezTo>
                  <a:cubicBezTo>
                    <a:pt x="1" y="1034"/>
                    <a:pt x="304" y="1307"/>
                    <a:pt x="669" y="1307"/>
                  </a:cubicBezTo>
                  <a:cubicBezTo>
                    <a:pt x="1034" y="1307"/>
                    <a:pt x="1308" y="1034"/>
                    <a:pt x="1308" y="669"/>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42"/>
            <p:cNvSpPr/>
            <p:nvPr/>
          </p:nvSpPr>
          <p:spPr>
            <a:xfrm>
              <a:off x="6416001" y="1067841"/>
              <a:ext cx="432774" cy="433941"/>
            </a:xfrm>
            <a:custGeom>
              <a:rect b="b" l="l" r="r" t="t"/>
              <a:pathLst>
                <a:path extrusionOk="0" fill="none" h="11156" w="11126">
                  <a:moveTo>
                    <a:pt x="9150" y="11155"/>
                  </a:moveTo>
                  <a:lnTo>
                    <a:pt x="1946" y="11155"/>
                  </a:lnTo>
                  <a:cubicBezTo>
                    <a:pt x="882" y="11155"/>
                    <a:pt x="0" y="10274"/>
                    <a:pt x="0" y="9180"/>
                  </a:cubicBezTo>
                  <a:lnTo>
                    <a:pt x="0" y="1976"/>
                  </a:lnTo>
                  <a:cubicBezTo>
                    <a:pt x="0" y="882"/>
                    <a:pt x="882" y="0"/>
                    <a:pt x="1946" y="0"/>
                  </a:cubicBezTo>
                  <a:lnTo>
                    <a:pt x="9150" y="0"/>
                  </a:lnTo>
                  <a:cubicBezTo>
                    <a:pt x="10244" y="0"/>
                    <a:pt x="11125" y="882"/>
                    <a:pt x="11125" y="1976"/>
                  </a:cubicBezTo>
                  <a:lnTo>
                    <a:pt x="11125" y="9180"/>
                  </a:lnTo>
                  <a:cubicBezTo>
                    <a:pt x="11125" y="10274"/>
                    <a:pt x="10244" y="11155"/>
                    <a:pt x="9150" y="11155"/>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42"/>
            <p:cNvSpPr/>
            <p:nvPr/>
          </p:nvSpPr>
          <p:spPr>
            <a:xfrm>
              <a:off x="6523591" y="1209701"/>
              <a:ext cx="217593" cy="151389"/>
            </a:xfrm>
            <a:custGeom>
              <a:rect b="b" l="l" r="r" t="t"/>
              <a:pathLst>
                <a:path extrusionOk="0" fill="none" h="3892" w="5594">
                  <a:moveTo>
                    <a:pt x="1" y="1"/>
                  </a:moveTo>
                  <a:lnTo>
                    <a:pt x="5593" y="1"/>
                  </a:lnTo>
                  <a:lnTo>
                    <a:pt x="5593" y="3891"/>
                  </a:lnTo>
                  <a:lnTo>
                    <a:pt x="1" y="3891"/>
                  </a:ln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42"/>
            <p:cNvSpPr/>
            <p:nvPr/>
          </p:nvSpPr>
          <p:spPr>
            <a:xfrm>
              <a:off x="6523591" y="1209701"/>
              <a:ext cx="217593" cy="88725"/>
            </a:xfrm>
            <a:custGeom>
              <a:rect b="b" l="l" r="r" t="t"/>
              <a:pathLst>
                <a:path extrusionOk="0" fill="none" h="2281" w="5594">
                  <a:moveTo>
                    <a:pt x="1" y="1"/>
                  </a:moveTo>
                  <a:lnTo>
                    <a:pt x="2371" y="2068"/>
                  </a:lnTo>
                  <a:cubicBezTo>
                    <a:pt x="2615" y="2280"/>
                    <a:pt x="2979" y="2280"/>
                    <a:pt x="3222" y="2068"/>
                  </a:cubicBezTo>
                  <a:lnTo>
                    <a:pt x="5593"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42"/>
            <p:cNvSpPr/>
            <p:nvPr/>
          </p:nvSpPr>
          <p:spPr>
            <a:xfrm>
              <a:off x="6654831" y="1286562"/>
              <a:ext cx="86352" cy="74528"/>
            </a:xfrm>
            <a:custGeom>
              <a:rect b="b" l="l" r="r" t="t"/>
              <a:pathLst>
                <a:path extrusionOk="0" fill="none" h="1916" w="2220">
                  <a:moveTo>
                    <a:pt x="2219" y="1915"/>
                  </a:moveTo>
                  <a:lnTo>
                    <a:pt x="0"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42"/>
            <p:cNvSpPr/>
            <p:nvPr/>
          </p:nvSpPr>
          <p:spPr>
            <a:xfrm>
              <a:off x="6523591" y="1286562"/>
              <a:ext cx="86352" cy="74528"/>
            </a:xfrm>
            <a:custGeom>
              <a:rect b="b" l="l" r="r" t="t"/>
              <a:pathLst>
                <a:path extrusionOk="0" fill="none" h="1916" w="2220">
                  <a:moveTo>
                    <a:pt x="1" y="1915"/>
                  </a:moveTo>
                  <a:lnTo>
                    <a:pt x="2219" y="0"/>
                  </a:lnTo>
                </a:path>
              </a:pathLst>
            </a:custGeom>
            <a:noFill/>
            <a:ln cap="rnd" cmpd="sng" w="9525">
              <a:solidFill>
                <a:srgbClr val="E5A5B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2"/>
            <p:cNvSpPr/>
            <p:nvPr/>
          </p:nvSpPr>
          <p:spPr>
            <a:xfrm>
              <a:off x="6416001" y="2516151"/>
              <a:ext cx="1453094" cy="827661"/>
            </a:xfrm>
            <a:custGeom>
              <a:rect b="b" l="l" r="r" t="t"/>
              <a:pathLst>
                <a:path extrusionOk="0" fill="none" h="21278" w="37357">
                  <a:moveTo>
                    <a:pt x="35624" y="21278"/>
                  </a:moveTo>
                  <a:lnTo>
                    <a:pt x="1733" y="21278"/>
                  </a:lnTo>
                  <a:cubicBezTo>
                    <a:pt x="760" y="21278"/>
                    <a:pt x="0" y="20487"/>
                    <a:pt x="0" y="19515"/>
                  </a:cubicBezTo>
                  <a:lnTo>
                    <a:pt x="0" y="1764"/>
                  </a:lnTo>
                  <a:cubicBezTo>
                    <a:pt x="0" y="791"/>
                    <a:pt x="760" y="1"/>
                    <a:pt x="1733" y="1"/>
                  </a:cubicBezTo>
                  <a:lnTo>
                    <a:pt x="35624" y="1"/>
                  </a:lnTo>
                  <a:cubicBezTo>
                    <a:pt x="36597" y="1"/>
                    <a:pt x="37357" y="791"/>
                    <a:pt x="37357" y="1764"/>
                  </a:cubicBezTo>
                  <a:lnTo>
                    <a:pt x="37357" y="19515"/>
                  </a:lnTo>
                  <a:cubicBezTo>
                    <a:pt x="37357" y="20487"/>
                    <a:pt x="36597" y="21278"/>
                    <a:pt x="35624" y="21278"/>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42"/>
            <p:cNvSpPr/>
            <p:nvPr/>
          </p:nvSpPr>
          <p:spPr>
            <a:xfrm>
              <a:off x="6971691" y="2737244"/>
              <a:ext cx="335802" cy="335841"/>
            </a:xfrm>
            <a:custGeom>
              <a:rect b="b" l="l" r="r" t="t"/>
              <a:pathLst>
                <a:path extrusionOk="0" fill="none" h="8634" w="8633">
                  <a:moveTo>
                    <a:pt x="7083" y="1551"/>
                  </a:moveTo>
                  <a:cubicBezTo>
                    <a:pt x="8633" y="3071"/>
                    <a:pt x="8633" y="5563"/>
                    <a:pt x="7083" y="7113"/>
                  </a:cubicBezTo>
                  <a:cubicBezTo>
                    <a:pt x="5563" y="8633"/>
                    <a:pt x="3070" y="8633"/>
                    <a:pt x="1520" y="7113"/>
                  </a:cubicBezTo>
                  <a:cubicBezTo>
                    <a:pt x="0" y="5563"/>
                    <a:pt x="0" y="3071"/>
                    <a:pt x="1520" y="1551"/>
                  </a:cubicBezTo>
                  <a:cubicBezTo>
                    <a:pt x="3070" y="1"/>
                    <a:pt x="5563" y="1"/>
                    <a:pt x="7083" y="1551"/>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42"/>
            <p:cNvSpPr/>
            <p:nvPr/>
          </p:nvSpPr>
          <p:spPr>
            <a:xfrm>
              <a:off x="7105303" y="2848374"/>
              <a:ext cx="99344" cy="114748"/>
            </a:xfrm>
            <a:custGeom>
              <a:rect b="b" l="l" r="r" t="t"/>
              <a:pathLst>
                <a:path extrusionOk="0" fill="none" h="2950" w="2554">
                  <a:moveTo>
                    <a:pt x="2371" y="1217"/>
                  </a:moveTo>
                  <a:lnTo>
                    <a:pt x="426" y="92"/>
                  </a:lnTo>
                  <a:cubicBezTo>
                    <a:pt x="243" y="1"/>
                    <a:pt x="0" y="123"/>
                    <a:pt x="0" y="366"/>
                  </a:cubicBezTo>
                  <a:lnTo>
                    <a:pt x="0" y="2585"/>
                  </a:lnTo>
                  <a:cubicBezTo>
                    <a:pt x="0" y="2797"/>
                    <a:pt x="243" y="2949"/>
                    <a:pt x="426" y="2828"/>
                  </a:cubicBezTo>
                  <a:lnTo>
                    <a:pt x="2371" y="1734"/>
                  </a:lnTo>
                  <a:cubicBezTo>
                    <a:pt x="2553" y="1612"/>
                    <a:pt x="2553" y="1338"/>
                    <a:pt x="2371" y="1217"/>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42"/>
            <p:cNvSpPr/>
            <p:nvPr/>
          </p:nvSpPr>
          <p:spPr>
            <a:xfrm>
              <a:off x="6626424" y="3198689"/>
              <a:ext cx="1148128" cy="27225"/>
            </a:xfrm>
            <a:custGeom>
              <a:rect b="b" l="l" r="r" t="t"/>
              <a:pathLst>
                <a:path extrusionOk="0" fill="none" h="1" w="26294">
                  <a:moveTo>
                    <a:pt x="1" y="0"/>
                  </a:moveTo>
                  <a:lnTo>
                    <a:pt x="26293"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42"/>
            <p:cNvSpPr/>
            <p:nvPr/>
          </p:nvSpPr>
          <p:spPr>
            <a:xfrm>
              <a:off x="6626436" y="3198374"/>
              <a:ext cx="331096" cy="39"/>
            </a:xfrm>
            <a:custGeom>
              <a:rect b="b" l="l" r="r" t="t"/>
              <a:pathLst>
                <a:path extrusionOk="0" fill="none" h="1" w="8512">
                  <a:moveTo>
                    <a:pt x="1" y="0"/>
                  </a:moveTo>
                  <a:lnTo>
                    <a:pt x="8512"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42"/>
            <p:cNvSpPr/>
            <p:nvPr/>
          </p:nvSpPr>
          <p:spPr>
            <a:xfrm>
              <a:off x="6907860" y="3168812"/>
              <a:ext cx="57957" cy="59124"/>
            </a:xfrm>
            <a:custGeom>
              <a:rect b="b" l="l" r="r" t="t"/>
              <a:pathLst>
                <a:path extrusionOk="0" h="1520" w="1490">
                  <a:moveTo>
                    <a:pt x="760" y="0"/>
                  </a:moveTo>
                  <a:cubicBezTo>
                    <a:pt x="334" y="0"/>
                    <a:pt x="0" y="335"/>
                    <a:pt x="0" y="760"/>
                  </a:cubicBezTo>
                  <a:cubicBezTo>
                    <a:pt x="0" y="1186"/>
                    <a:pt x="334" y="1520"/>
                    <a:pt x="760" y="1520"/>
                  </a:cubicBezTo>
                  <a:cubicBezTo>
                    <a:pt x="1155" y="1520"/>
                    <a:pt x="1489" y="1186"/>
                    <a:pt x="1489" y="760"/>
                  </a:cubicBezTo>
                  <a:cubicBezTo>
                    <a:pt x="1489" y="335"/>
                    <a:pt x="1155" y="0"/>
                    <a:pt x="760"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42"/>
            <p:cNvSpPr/>
            <p:nvPr/>
          </p:nvSpPr>
          <p:spPr>
            <a:xfrm>
              <a:off x="6484577" y="3179431"/>
              <a:ext cx="22483" cy="37886"/>
            </a:xfrm>
            <a:custGeom>
              <a:rect b="b" l="l" r="r" t="t"/>
              <a:pathLst>
                <a:path extrusionOk="0" h="974" w="578">
                  <a:moveTo>
                    <a:pt x="244" y="1"/>
                  </a:moveTo>
                  <a:lnTo>
                    <a:pt x="0" y="62"/>
                  </a:lnTo>
                  <a:lnTo>
                    <a:pt x="0" y="153"/>
                  </a:lnTo>
                  <a:lnTo>
                    <a:pt x="244" y="122"/>
                  </a:lnTo>
                  <a:lnTo>
                    <a:pt x="244" y="852"/>
                  </a:lnTo>
                  <a:lnTo>
                    <a:pt x="31" y="852"/>
                  </a:lnTo>
                  <a:lnTo>
                    <a:pt x="31" y="973"/>
                  </a:lnTo>
                  <a:lnTo>
                    <a:pt x="578" y="973"/>
                  </a:lnTo>
                  <a:lnTo>
                    <a:pt x="578" y="852"/>
                  </a:lnTo>
                  <a:lnTo>
                    <a:pt x="365" y="852"/>
                  </a:lnTo>
                  <a:lnTo>
                    <a:pt x="365" y="1"/>
                  </a:lnTo>
                  <a:close/>
                </a:path>
              </a:pathLst>
            </a:custGeom>
            <a:solidFill>
              <a:srgbClr val="E5A5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2"/>
            <p:cNvSpPr/>
            <p:nvPr/>
          </p:nvSpPr>
          <p:spPr>
            <a:xfrm>
              <a:off x="6517679" y="3190089"/>
              <a:ext cx="5951" cy="27228"/>
            </a:xfrm>
            <a:custGeom>
              <a:rect b="b" l="l" r="r" t="t"/>
              <a:pathLst>
                <a:path extrusionOk="0" h="700" w="153">
                  <a:moveTo>
                    <a:pt x="1" y="0"/>
                  </a:moveTo>
                  <a:lnTo>
                    <a:pt x="1" y="183"/>
                  </a:lnTo>
                  <a:lnTo>
                    <a:pt x="153" y="183"/>
                  </a:lnTo>
                  <a:lnTo>
                    <a:pt x="153" y="0"/>
                  </a:lnTo>
                  <a:close/>
                  <a:moveTo>
                    <a:pt x="1" y="517"/>
                  </a:moveTo>
                  <a:lnTo>
                    <a:pt x="1" y="699"/>
                  </a:lnTo>
                  <a:lnTo>
                    <a:pt x="153" y="699"/>
                  </a:lnTo>
                  <a:lnTo>
                    <a:pt x="153" y="517"/>
                  </a:lnTo>
                  <a:close/>
                </a:path>
              </a:pathLst>
            </a:custGeom>
            <a:solidFill>
              <a:srgbClr val="E5A5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2"/>
            <p:cNvSpPr/>
            <p:nvPr/>
          </p:nvSpPr>
          <p:spPr>
            <a:xfrm>
              <a:off x="6531876" y="3179431"/>
              <a:ext cx="27228" cy="37886"/>
            </a:xfrm>
            <a:custGeom>
              <a:rect b="b" l="l" r="r" t="t"/>
              <a:pathLst>
                <a:path extrusionOk="0" h="974" w="700">
                  <a:moveTo>
                    <a:pt x="456" y="122"/>
                  </a:moveTo>
                  <a:lnTo>
                    <a:pt x="456" y="639"/>
                  </a:lnTo>
                  <a:lnTo>
                    <a:pt x="122" y="639"/>
                  </a:lnTo>
                  <a:lnTo>
                    <a:pt x="456" y="122"/>
                  </a:lnTo>
                  <a:close/>
                  <a:moveTo>
                    <a:pt x="395" y="1"/>
                  </a:moveTo>
                  <a:lnTo>
                    <a:pt x="0" y="609"/>
                  </a:lnTo>
                  <a:lnTo>
                    <a:pt x="0" y="730"/>
                  </a:lnTo>
                  <a:lnTo>
                    <a:pt x="456" y="730"/>
                  </a:lnTo>
                  <a:lnTo>
                    <a:pt x="456" y="973"/>
                  </a:lnTo>
                  <a:lnTo>
                    <a:pt x="578" y="973"/>
                  </a:lnTo>
                  <a:lnTo>
                    <a:pt x="578" y="730"/>
                  </a:lnTo>
                  <a:lnTo>
                    <a:pt x="699" y="730"/>
                  </a:lnTo>
                  <a:lnTo>
                    <a:pt x="699" y="639"/>
                  </a:lnTo>
                  <a:lnTo>
                    <a:pt x="578" y="639"/>
                  </a:lnTo>
                  <a:lnTo>
                    <a:pt x="578" y="1"/>
                  </a:lnTo>
                  <a:close/>
                </a:path>
              </a:pathLst>
            </a:custGeom>
            <a:solidFill>
              <a:srgbClr val="E5A5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42"/>
            <p:cNvSpPr/>
            <p:nvPr/>
          </p:nvSpPr>
          <p:spPr>
            <a:xfrm>
              <a:off x="6566145" y="3178264"/>
              <a:ext cx="26061" cy="40220"/>
            </a:xfrm>
            <a:custGeom>
              <a:rect b="b" l="l" r="r" t="t"/>
              <a:pathLst>
                <a:path extrusionOk="0" h="1034" w="670">
                  <a:moveTo>
                    <a:pt x="335" y="122"/>
                  </a:moveTo>
                  <a:cubicBezTo>
                    <a:pt x="396" y="122"/>
                    <a:pt x="457" y="152"/>
                    <a:pt x="487" y="213"/>
                  </a:cubicBezTo>
                  <a:cubicBezTo>
                    <a:pt x="517" y="274"/>
                    <a:pt x="517" y="396"/>
                    <a:pt x="517" y="517"/>
                  </a:cubicBezTo>
                  <a:cubicBezTo>
                    <a:pt x="517" y="639"/>
                    <a:pt x="517" y="760"/>
                    <a:pt x="487" y="821"/>
                  </a:cubicBezTo>
                  <a:cubicBezTo>
                    <a:pt x="457" y="882"/>
                    <a:pt x="396" y="912"/>
                    <a:pt x="335" y="912"/>
                  </a:cubicBezTo>
                  <a:cubicBezTo>
                    <a:pt x="274" y="912"/>
                    <a:pt x="214" y="882"/>
                    <a:pt x="183" y="821"/>
                  </a:cubicBezTo>
                  <a:cubicBezTo>
                    <a:pt x="153" y="760"/>
                    <a:pt x="122" y="639"/>
                    <a:pt x="122" y="517"/>
                  </a:cubicBezTo>
                  <a:cubicBezTo>
                    <a:pt x="122" y="396"/>
                    <a:pt x="153" y="274"/>
                    <a:pt x="183" y="213"/>
                  </a:cubicBezTo>
                  <a:cubicBezTo>
                    <a:pt x="214" y="152"/>
                    <a:pt x="274" y="122"/>
                    <a:pt x="335" y="122"/>
                  </a:cubicBezTo>
                  <a:close/>
                  <a:moveTo>
                    <a:pt x="335" y="0"/>
                  </a:moveTo>
                  <a:cubicBezTo>
                    <a:pt x="214" y="0"/>
                    <a:pt x="122" y="61"/>
                    <a:pt x="92" y="152"/>
                  </a:cubicBezTo>
                  <a:cubicBezTo>
                    <a:pt x="31" y="213"/>
                    <a:pt x="1" y="365"/>
                    <a:pt x="1" y="517"/>
                  </a:cubicBezTo>
                  <a:cubicBezTo>
                    <a:pt x="1" y="669"/>
                    <a:pt x="31" y="791"/>
                    <a:pt x="92" y="882"/>
                  </a:cubicBezTo>
                  <a:cubicBezTo>
                    <a:pt x="122" y="973"/>
                    <a:pt x="214" y="1034"/>
                    <a:pt x="335" y="1034"/>
                  </a:cubicBezTo>
                  <a:cubicBezTo>
                    <a:pt x="426" y="1034"/>
                    <a:pt x="517" y="973"/>
                    <a:pt x="578" y="882"/>
                  </a:cubicBezTo>
                  <a:cubicBezTo>
                    <a:pt x="639" y="791"/>
                    <a:pt x="669" y="669"/>
                    <a:pt x="669" y="517"/>
                  </a:cubicBezTo>
                  <a:cubicBezTo>
                    <a:pt x="669" y="365"/>
                    <a:pt x="639" y="213"/>
                    <a:pt x="578" y="152"/>
                  </a:cubicBezTo>
                  <a:cubicBezTo>
                    <a:pt x="517" y="61"/>
                    <a:pt x="426" y="0"/>
                    <a:pt x="335" y="0"/>
                  </a:cubicBez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42"/>
            <p:cNvSpPr/>
            <p:nvPr/>
          </p:nvSpPr>
          <p:spPr>
            <a:xfrm>
              <a:off x="6485744" y="2594179"/>
              <a:ext cx="23689" cy="37886"/>
            </a:xfrm>
            <a:custGeom>
              <a:rect b="b" l="l" r="r" t="t"/>
              <a:pathLst>
                <a:path extrusionOk="0" h="974" w="609">
                  <a:moveTo>
                    <a:pt x="1" y="1"/>
                  </a:moveTo>
                  <a:lnTo>
                    <a:pt x="1" y="974"/>
                  </a:lnTo>
                  <a:lnTo>
                    <a:pt x="609" y="974"/>
                  </a:lnTo>
                  <a:lnTo>
                    <a:pt x="609" y="882"/>
                  </a:lnTo>
                  <a:lnTo>
                    <a:pt x="122" y="882"/>
                  </a:lnTo>
                  <a:lnTo>
                    <a:pt x="122" y="1"/>
                  </a:lnTo>
                  <a:close/>
                </a:path>
              </a:pathLst>
            </a:custGeom>
            <a:solidFill>
              <a:srgbClr val="E5A5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2"/>
            <p:cNvSpPr/>
            <p:nvPr/>
          </p:nvSpPr>
          <p:spPr>
            <a:xfrm>
              <a:off x="6511766" y="2603670"/>
              <a:ext cx="26061" cy="29562"/>
            </a:xfrm>
            <a:custGeom>
              <a:rect b="b" l="l" r="r" t="t"/>
              <a:pathLst>
                <a:path extrusionOk="0" h="760" w="670">
                  <a:moveTo>
                    <a:pt x="335" y="91"/>
                  </a:moveTo>
                  <a:cubicBezTo>
                    <a:pt x="396" y="91"/>
                    <a:pt x="456" y="122"/>
                    <a:pt x="487" y="182"/>
                  </a:cubicBezTo>
                  <a:cubicBezTo>
                    <a:pt x="517" y="213"/>
                    <a:pt x="548" y="304"/>
                    <a:pt x="548" y="365"/>
                  </a:cubicBezTo>
                  <a:cubicBezTo>
                    <a:pt x="548" y="456"/>
                    <a:pt x="517" y="517"/>
                    <a:pt x="487" y="578"/>
                  </a:cubicBezTo>
                  <a:cubicBezTo>
                    <a:pt x="456" y="638"/>
                    <a:pt x="396" y="669"/>
                    <a:pt x="335" y="669"/>
                  </a:cubicBezTo>
                  <a:cubicBezTo>
                    <a:pt x="274" y="669"/>
                    <a:pt x="213" y="638"/>
                    <a:pt x="183" y="578"/>
                  </a:cubicBezTo>
                  <a:cubicBezTo>
                    <a:pt x="153" y="547"/>
                    <a:pt x="122" y="456"/>
                    <a:pt x="122" y="365"/>
                  </a:cubicBezTo>
                  <a:cubicBezTo>
                    <a:pt x="122" y="304"/>
                    <a:pt x="153" y="213"/>
                    <a:pt x="183" y="182"/>
                  </a:cubicBezTo>
                  <a:cubicBezTo>
                    <a:pt x="213" y="122"/>
                    <a:pt x="274" y="91"/>
                    <a:pt x="335" y="91"/>
                  </a:cubicBezTo>
                  <a:close/>
                  <a:moveTo>
                    <a:pt x="335" y="0"/>
                  </a:moveTo>
                  <a:cubicBezTo>
                    <a:pt x="213" y="0"/>
                    <a:pt x="153" y="31"/>
                    <a:pt x="92" y="91"/>
                  </a:cubicBezTo>
                  <a:cubicBezTo>
                    <a:pt x="31" y="152"/>
                    <a:pt x="1" y="243"/>
                    <a:pt x="1" y="365"/>
                  </a:cubicBezTo>
                  <a:cubicBezTo>
                    <a:pt x="1" y="486"/>
                    <a:pt x="31" y="578"/>
                    <a:pt x="92" y="669"/>
                  </a:cubicBezTo>
                  <a:cubicBezTo>
                    <a:pt x="153" y="730"/>
                    <a:pt x="213" y="760"/>
                    <a:pt x="335" y="760"/>
                  </a:cubicBezTo>
                  <a:cubicBezTo>
                    <a:pt x="426" y="760"/>
                    <a:pt x="517" y="730"/>
                    <a:pt x="578" y="669"/>
                  </a:cubicBezTo>
                  <a:cubicBezTo>
                    <a:pt x="639" y="578"/>
                    <a:pt x="669" y="486"/>
                    <a:pt x="669" y="365"/>
                  </a:cubicBezTo>
                  <a:cubicBezTo>
                    <a:pt x="669" y="243"/>
                    <a:pt x="639" y="152"/>
                    <a:pt x="578" y="91"/>
                  </a:cubicBezTo>
                  <a:cubicBezTo>
                    <a:pt x="517" y="31"/>
                    <a:pt x="426" y="0"/>
                    <a:pt x="335" y="0"/>
                  </a:cubicBezTo>
                  <a:close/>
                </a:path>
              </a:pathLst>
            </a:custGeom>
            <a:solidFill>
              <a:srgbClr val="E5A5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2"/>
            <p:cNvSpPr/>
            <p:nvPr/>
          </p:nvSpPr>
          <p:spPr>
            <a:xfrm>
              <a:off x="6544868" y="2603670"/>
              <a:ext cx="16609" cy="28395"/>
            </a:xfrm>
            <a:custGeom>
              <a:rect b="b" l="l" r="r" t="t"/>
              <a:pathLst>
                <a:path extrusionOk="0" h="730" w="427">
                  <a:moveTo>
                    <a:pt x="1" y="0"/>
                  </a:moveTo>
                  <a:lnTo>
                    <a:pt x="1" y="730"/>
                  </a:lnTo>
                  <a:lnTo>
                    <a:pt x="122" y="730"/>
                  </a:lnTo>
                  <a:lnTo>
                    <a:pt x="122" y="365"/>
                  </a:lnTo>
                  <a:cubicBezTo>
                    <a:pt x="122" y="274"/>
                    <a:pt x="153" y="213"/>
                    <a:pt x="183" y="182"/>
                  </a:cubicBezTo>
                  <a:cubicBezTo>
                    <a:pt x="213" y="122"/>
                    <a:pt x="274" y="91"/>
                    <a:pt x="335" y="91"/>
                  </a:cubicBezTo>
                  <a:cubicBezTo>
                    <a:pt x="365" y="91"/>
                    <a:pt x="365" y="91"/>
                    <a:pt x="396" y="122"/>
                  </a:cubicBezTo>
                  <a:lnTo>
                    <a:pt x="426" y="122"/>
                  </a:lnTo>
                  <a:lnTo>
                    <a:pt x="426" y="0"/>
                  </a:lnTo>
                  <a:lnTo>
                    <a:pt x="365" y="0"/>
                  </a:lnTo>
                  <a:cubicBezTo>
                    <a:pt x="305" y="0"/>
                    <a:pt x="274" y="0"/>
                    <a:pt x="213" y="31"/>
                  </a:cubicBezTo>
                  <a:cubicBezTo>
                    <a:pt x="183" y="61"/>
                    <a:pt x="153" y="91"/>
                    <a:pt x="122" y="122"/>
                  </a:cubicBezTo>
                  <a:lnTo>
                    <a:pt x="122" y="0"/>
                  </a:lnTo>
                  <a:close/>
                </a:path>
              </a:pathLst>
            </a:custGeom>
            <a:solidFill>
              <a:srgbClr val="E5A5B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42"/>
            <p:cNvSpPr/>
            <p:nvPr/>
          </p:nvSpPr>
          <p:spPr>
            <a:xfrm>
              <a:off x="7183332" y="3432459"/>
              <a:ext cx="685763" cy="668026"/>
            </a:xfrm>
            <a:custGeom>
              <a:rect b="b" l="l" r="r" t="t"/>
              <a:pathLst>
                <a:path extrusionOk="0" fill="none" h="17174" w="17630">
                  <a:moveTo>
                    <a:pt x="15745" y="17174"/>
                  </a:moveTo>
                  <a:lnTo>
                    <a:pt x="1885" y="17174"/>
                  </a:lnTo>
                  <a:cubicBezTo>
                    <a:pt x="851" y="17174"/>
                    <a:pt x="0" y="16323"/>
                    <a:pt x="0" y="15259"/>
                  </a:cubicBezTo>
                  <a:lnTo>
                    <a:pt x="0" y="1915"/>
                  </a:lnTo>
                  <a:cubicBezTo>
                    <a:pt x="0" y="851"/>
                    <a:pt x="851" y="0"/>
                    <a:pt x="1885" y="0"/>
                  </a:cubicBezTo>
                  <a:lnTo>
                    <a:pt x="15745" y="0"/>
                  </a:lnTo>
                  <a:cubicBezTo>
                    <a:pt x="16779" y="0"/>
                    <a:pt x="17630" y="851"/>
                    <a:pt x="17630" y="1915"/>
                  </a:cubicBezTo>
                  <a:lnTo>
                    <a:pt x="17630" y="15259"/>
                  </a:lnTo>
                  <a:cubicBezTo>
                    <a:pt x="17630" y="16323"/>
                    <a:pt x="16779" y="17174"/>
                    <a:pt x="15745" y="17174"/>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2"/>
            <p:cNvSpPr/>
            <p:nvPr/>
          </p:nvSpPr>
          <p:spPr>
            <a:xfrm>
              <a:off x="6416001" y="3424174"/>
              <a:ext cx="685763" cy="668065"/>
            </a:xfrm>
            <a:custGeom>
              <a:rect b="b" l="l" r="r" t="t"/>
              <a:pathLst>
                <a:path extrusionOk="0" fill="none" h="17175" w="17630">
                  <a:moveTo>
                    <a:pt x="15715" y="17174"/>
                  </a:moveTo>
                  <a:lnTo>
                    <a:pt x="1885" y="17174"/>
                  </a:lnTo>
                  <a:cubicBezTo>
                    <a:pt x="852" y="17174"/>
                    <a:pt x="0" y="16323"/>
                    <a:pt x="0" y="15290"/>
                  </a:cubicBezTo>
                  <a:lnTo>
                    <a:pt x="0" y="1916"/>
                  </a:lnTo>
                  <a:cubicBezTo>
                    <a:pt x="0" y="852"/>
                    <a:pt x="852" y="1"/>
                    <a:pt x="1885" y="1"/>
                  </a:cubicBezTo>
                  <a:lnTo>
                    <a:pt x="15715" y="1"/>
                  </a:lnTo>
                  <a:cubicBezTo>
                    <a:pt x="16779" y="1"/>
                    <a:pt x="17630" y="852"/>
                    <a:pt x="17630" y="1916"/>
                  </a:cubicBezTo>
                  <a:lnTo>
                    <a:pt x="17630" y="15290"/>
                  </a:lnTo>
                  <a:cubicBezTo>
                    <a:pt x="17630" y="16323"/>
                    <a:pt x="16779" y="17174"/>
                    <a:pt x="15715" y="17174"/>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2"/>
            <p:cNvSpPr/>
            <p:nvPr/>
          </p:nvSpPr>
          <p:spPr>
            <a:xfrm>
              <a:off x="6638261" y="3638188"/>
              <a:ext cx="240075" cy="240036"/>
            </a:xfrm>
            <a:custGeom>
              <a:rect b="b" l="l" r="r" t="t"/>
              <a:pathLst>
                <a:path extrusionOk="0" fill="none" h="6171" w="6172">
                  <a:moveTo>
                    <a:pt x="5077" y="1125"/>
                  </a:moveTo>
                  <a:cubicBezTo>
                    <a:pt x="6171" y="2219"/>
                    <a:pt x="6171" y="3982"/>
                    <a:pt x="5077" y="5076"/>
                  </a:cubicBezTo>
                  <a:cubicBezTo>
                    <a:pt x="3983" y="6171"/>
                    <a:pt x="2189" y="6171"/>
                    <a:pt x="1095" y="5076"/>
                  </a:cubicBezTo>
                  <a:cubicBezTo>
                    <a:pt x="1" y="3982"/>
                    <a:pt x="1" y="2219"/>
                    <a:pt x="1095" y="1125"/>
                  </a:cubicBezTo>
                  <a:cubicBezTo>
                    <a:pt x="2189" y="0"/>
                    <a:pt x="3983" y="0"/>
                    <a:pt x="5077" y="1125"/>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42"/>
            <p:cNvSpPr/>
            <p:nvPr/>
          </p:nvSpPr>
          <p:spPr>
            <a:xfrm>
              <a:off x="6734027" y="3717383"/>
              <a:ext cx="70988" cy="82813"/>
            </a:xfrm>
            <a:custGeom>
              <a:rect b="b" l="l" r="r" t="t"/>
              <a:pathLst>
                <a:path extrusionOk="0" fill="none" h="2129" w="1825">
                  <a:moveTo>
                    <a:pt x="1703" y="882"/>
                  </a:moveTo>
                  <a:lnTo>
                    <a:pt x="305" y="92"/>
                  </a:lnTo>
                  <a:cubicBezTo>
                    <a:pt x="183" y="1"/>
                    <a:pt x="1" y="92"/>
                    <a:pt x="1" y="274"/>
                  </a:cubicBezTo>
                  <a:lnTo>
                    <a:pt x="1" y="1855"/>
                  </a:lnTo>
                  <a:cubicBezTo>
                    <a:pt x="1" y="2007"/>
                    <a:pt x="183" y="2128"/>
                    <a:pt x="305" y="2037"/>
                  </a:cubicBezTo>
                  <a:lnTo>
                    <a:pt x="1703" y="1247"/>
                  </a:lnTo>
                  <a:cubicBezTo>
                    <a:pt x="1825" y="1156"/>
                    <a:pt x="1825" y="973"/>
                    <a:pt x="1703" y="882"/>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42"/>
            <p:cNvSpPr/>
            <p:nvPr/>
          </p:nvSpPr>
          <p:spPr>
            <a:xfrm>
              <a:off x="7406798" y="3638188"/>
              <a:ext cx="238870" cy="240036"/>
            </a:xfrm>
            <a:custGeom>
              <a:rect b="b" l="l" r="r" t="t"/>
              <a:pathLst>
                <a:path extrusionOk="0" fill="none" h="6171" w="6141">
                  <a:moveTo>
                    <a:pt x="5046" y="1125"/>
                  </a:moveTo>
                  <a:cubicBezTo>
                    <a:pt x="6140" y="2219"/>
                    <a:pt x="6140" y="3982"/>
                    <a:pt x="5046" y="5076"/>
                  </a:cubicBezTo>
                  <a:cubicBezTo>
                    <a:pt x="3952" y="6171"/>
                    <a:pt x="2189" y="6171"/>
                    <a:pt x="1094" y="5076"/>
                  </a:cubicBezTo>
                  <a:cubicBezTo>
                    <a:pt x="0" y="3982"/>
                    <a:pt x="0" y="2219"/>
                    <a:pt x="1094" y="1125"/>
                  </a:cubicBezTo>
                  <a:cubicBezTo>
                    <a:pt x="2189" y="0"/>
                    <a:pt x="3952" y="0"/>
                    <a:pt x="5046" y="1125"/>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2"/>
            <p:cNvSpPr/>
            <p:nvPr/>
          </p:nvSpPr>
          <p:spPr>
            <a:xfrm>
              <a:off x="7501358" y="3717383"/>
              <a:ext cx="72155" cy="82813"/>
            </a:xfrm>
            <a:custGeom>
              <a:rect b="b" l="l" r="r" t="t"/>
              <a:pathLst>
                <a:path extrusionOk="0" fill="none" h="2129" w="1855">
                  <a:moveTo>
                    <a:pt x="1703" y="882"/>
                  </a:moveTo>
                  <a:lnTo>
                    <a:pt x="335" y="92"/>
                  </a:lnTo>
                  <a:cubicBezTo>
                    <a:pt x="183" y="1"/>
                    <a:pt x="1" y="92"/>
                    <a:pt x="1" y="274"/>
                  </a:cubicBezTo>
                  <a:lnTo>
                    <a:pt x="1" y="1855"/>
                  </a:lnTo>
                  <a:cubicBezTo>
                    <a:pt x="1" y="2007"/>
                    <a:pt x="183" y="2128"/>
                    <a:pt x="335" y="2037"/>
                  </a:cubicBezTo>
                  <a:lnTo>
                    <a:pt x="1703" y="1247"/>
                  </a:lnTo>
                  <a:cubicBezTo>
                    <a:pt x="1855" y="1156"/>
                    <a:pt x="1855" y="973"/>
                    <a:pt x="1703" y="882"/>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2"/>
            <p:cNvSpPr/>
            <p:nvPr/>
          </p:nvSpPr>
          <p:spPr>
            <a:xfrm>
              <a:off x="5046887" y="1121053"/>
              <a:ext cx="1632800" cy="3420452"/>
            </a:xfrm>
            <a:custGeom>
              <a:rect b="b" l="l" r="r" t="t"/>
              <a:pathLst>
                <a:path extrusionOk="0" h="87935" w="41977">
                  <a:moveTo>
                    <a:pt x="37144" y="87934"/>
                  </a:moveTo>
                  <a:lnTo>
                    <a:pt x="4833" y="87934"/>
                  </a:lnTo>
                  <a:cubicBezTo>
                    <a:pt x="2158" y="87934"/>
                    <a:pt x="0" y="85776"/>
                    <a:pt x="0" y="83132"/>
                  </a:cubicBezTo>
                  <a:lnTo>
                    <a:pt x="0" y="4803"/>
                  </a:lnTo>
                  <a:cubicBezTo>
                    <a:pt x="0" y="2158"/>
                    <a:pt x="2158" y="0"/>
                    <a:pt x="4833" y="0"/>
                  </a:cubicBezTo>
                  <a:lnTo>
                    <a:pt x="37144" y="0"/>
                  </a:lnTo>
                  <a:cubicBezTo>
                    <a:pt x="39788" y="0"/>
                    <a:pt x="41977" y="2158"/>
                    <a:pt x="41977" y="4803"/>
                  </a:cubicBezTo>
                  <a:lnTo>
                    <a:pt x="41977" y="83132"/>
                  </a:lnTo>
                  <a:cubicBezTo>
                    <a:pt x="41977" y="85776"/>
                    <a:pt x="39788" y="87934"/>
                    <a:pt x="37144" y="87934"/>
                  </a:cubicBezTo>
                  <a:close/>
                </a:path>
              </a:pathLst>
            </a:custGeom>
            <a:gradFill>
              <a:gsLst>
                <a:gs pos="0">
                  <a:schemeClr val="accent4"/>
                </a:gs>
                <a:gs pos="100000">
                  <a:schemeClr val="accent3"/>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42"/>
            <p:cNvSpPr/>
            <p:nvPr/>
          </p:nvSpPr>
          <p:spPr>
            <a:xfrm>
              <a:off x="5136740" y="2516151"/>
              <a:ext cx="1453094" cy="280256"/>
            </a:xfrm>
            <a:custGeom>
              <a:rect b="b" l="l" r="r" t="t"/>
              <a:pathLst>
                <a:path extrusionOk="0" h="7205" w="37357">
                  <a:moveTo>
                    <a:pt x="1885" y="1"/>
                  </a:moveTo>
                  <a:cubicBezTo>
                    <a:pt x="851" y="1"/>
                    <a:pt x="0" y="882"/>
                    <a:pt x="0" y="1916"/>
                  </a:cubicBezTo>
                  <a:lnTo>
                    <a:pt x="0" y="5320"/>
                  </a:lnTo>
                  <a:cubicBezTo>
                    <a:pt x="0" y="6354"/>
                    <a:pt x="851" y="7205"/>
                    <a:pt x="1885" y="7205"/>
                  </a:cubicBezTo>
                  <a:lnTo>
                    <a:pt x="35442" y="7205"/>
                  </a:lnTo>
                  <a:cubicBezTo>
                    <a:pt x="36506" y="7205"/>
                    <a:pt x="37357" y="6354"/>
                    <a:pt x="37357" y="5320"/>
                  </a:cubicBezTo>
                  <a:lnTo>
                    <a:pt x="37357" y="1916"/>
                  </a:lnTo>
                  <a:cubicBezTo>
                    <a:pt x="37357" y="882"/>
                    <a:pt x="36506" y="1"/>
                    <a:pt x="35442" y="1"/>
                  </a:cubicBezTo>
                  <a:close/>
                </a:path>
              </a:pathLst>
            </a:custGeom>
            <a:solidFill>
              <a:schemeClr val="dk1"/>
            </a:solid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2"/>
            <p:cNvSpPr/>
            <p:nvPr/>
          </p:nvSpPr>
          <p:spPr>
            <a:xfrm>
              <a:off x="5240791" y="2656843"/>
              <a:ext cx="756712" cy="39"/>
            </a:xfrm>
            <a:custGeom>
              <a:rect b="b" l="l" r="r" t="t"/>
              <a:pathLst>
                <a:path extrusionOk="0" fill="none" h="1" w="19454">
                  <a:moveTo>
                    <a:pt x="0" y="1"/>
                  </a:moveTo>
                  <a:lnTo>
                    <a:pt x="19453"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2"/>
            <p:cNvSpPr/>
            <p:nvPr/>
          </p:nvSpPr>
          <p:spPr>
            <a:xfrm>
              <a:off x="5136740" y="2915784"/>
              <a:ext cx="1453094" cy="280256"/>
            </a:xfrm>
            <a:custGeom>
              <a:rect b="b" l="l" r="r" t="t"/>
              <a:pathLst>
                <a:path extrusionOk="0" h="7205" w="37357">
                  <a:moveTo>
                    <a:pt x="1885" y="1"/>
                  </a:moveTo>
                  <a:cubicBezTo>
                    <a:pt x="851" y="1"/>
                    <a:pt x="0" y="852"/>
                    <a:pt x="0" y="1915"/>
                  </a:cubicBezTo>
                  <a:lnTo>
                    <a:pt x="0" y="5289"/>
                  </a:lnTo>
                  <a:cubicBezTo>
                    <a:pt x="0" y="6353"/>
                    <a:pt x="851" y="7204"/>
                    <a:pt x="1885" y="7204"/>
                  </a:cubicBezTo>
                  <a:lnTo>
                    <a:pt x="35442" y="7204"/>
                  </a:lnTo>
                  <a:cubicBezTo>
                    <a:pt x="36506" y="7204"/>
                    <a:pt x="37357" y="6353"/>
                    <a:pt x="37357" y="5289"/>
                  </a:cubicBezTo>
                  <a:lnTo>
                    <a:pt x="37357" y="1915"/>
                  </a:lnTo>
                  <a:cubicBezTo>
                    <a:pt x="37357" y="852"/>
                    <a:pt x="36506" y="1"/>
                    <a:pt x="35442" y="1"/>
                  </a:cubicBezTo>
                  <a:close/>
                </a:path>
              </a:pathLst>
            </a:custGeom>
            <a:solidFill>
              <a:schemeClr val="dk1"/>
            </a:solid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42"/>
            <p:cNvSpPr/>
            <p:nvPr/>
          </p:nvSpPr>
          <p:spPr>
            <a:xfrm>
              <a:off x="5240791" y="3056476"/>
              <a:ext cx="541531" cy="39"/>
            </a:xfrm>
            <a:custGeom>
              <a:rect b="b" l="l" r="r" t="t"/>
              <a:pathLst>
                <a:path extrusionOk="0" fill="none" h="1" w="13922">
                  <a:moveTo>
                    <a:pt x="0" y="1"/>
                  </a:moveTo>
                  <a:lnTo>
                    <a:pt x="13921"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2"/>
            <p:cNvSpPr/>
            <p:nvPr/>
          </p:nvSpPr>
          <p:spPr>
            <a:xfrm>
              <a:off x="5750348" y="1643602"/>
              <a:ext cx="225878" cy="234163"/>
            </a:xfrm>
            <a:custGeom>
              <a:rect b="b" l="l" r="r" t="t"/>
              <a:pathLst>
                <a:path extrusionOk="0" fill="none" h="6020" w="5807">
                  <a:moveTo>
                    <a:pt x="5806" y="6019"/>
                  </a:moveTo>
                  <a:cubicBezTo>
                    <a:pt x="5806" y="4712"/>
                    <a:pt x="4925" y="3314"/>
                    <a:pt x="3739" y="2858"/>
                  </a:cubicBezTo>
                  <a:cubicBezTo>
                    <a:pt x="4165" y="2585"/>
                    <a:pt x="4438" y="2098"/>
                    <a:pt x="4438" y="1551"/>
                  </a:cubicBezTo>
                  <a:cubicBezTo>
                    <a:pt x="4438" y="700"/>
                    <a:pt x="3739" y="1"/>
                    <a:pt x="2888" y="1"/>
                  </a:cubicBezTo>
                  <a:cubicBezTo>
                    <a:pt x="2037" y="1"/>
                    <a:pt x="1338" y="700"/>
                    <a:pt x="1338" y="1551"/>
                  </a:cubicBezTo>
                  <a:cubicBezTo>
                    <a:pt x="1338" y="2098"/>
                    <a:pt x="1642" y="2585"/>
                    <a:pt x="2068" y="2858"/>
                  </a:cubicBezTo>
                  <a:cubicBezTo>
                    <a:pt x="852" y="3314"/>
                    <a:pt x="1" y="4712"/>
                    <a:pt x="1" y="6019"/>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2"/>
            <p:cNvSpPr/>
            <p:nvPr/>
          </p:nvSpPr>
          <p:spPr>
            <a:xfrm>
              <a:off x="5511517" y="2008966"/>
              <a:ext cx="703539" cy="39"/>
            </a:xfrm>
            <a:custGeom>
              <a:rect b="b" l="l" r="r" t="t"/>
              <a:pathLst>
                <a:path extrusionOk="0" fill="none" h="1" w="18087">
                  <a:moveTo>
                    <a:pt x="1" y="0"/>
                  </a:moveTo>
                  <a:lnTo>
                    <a:pt x="18086" y="0"/>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42"/>
            <p:cNvSpPr/>
            <p:nvPr/>
          </p:nvSpPr>
          <p:spPr>
            <a:xfrm>
              <a:off x="5645130" y="2082249"/>
              <a:ext cx="436313" cy="39"/>
            </a:xfrm>
            <a:custGeom>
              <a:rect b="b" l="l" r="r" t="t"/>
              <a:pathLst>
                <a:path extrusionOk="0" fill="none" h="1" w="11217">
                  <a:moveTo>
                    <a:pt x="0" y="1"/>
                  </a:moveTo>
                  <a:lnTo>
                    <a:pt x="11217" y="1"/>
                  </a:lnTo>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42"/>
            <p:cNvSpPr/>
            <p:nvPr/>
          </p:nvSpPr>
          <p:spPr>
            <a:xfrm>
              <a:off x="5467796" y="3504575"/>
              <a:ext cx="790981" cy="274344"/>
            </a:xfrm>
            <a:custGeom>
              <a:rect b="b" l="l" r="r" t="t"/>
              <a:pathLst>
                <a:path extrusionOk="0" h="7053" w="20335">
                  <a:moveTo>
                    <a:pt x="3526" y="7052"/>
                  </a:moveTo>
                  <a:cubicBezTo>
                    <a:pt x="1581" y="7052"/>
                    <a:pt x="0" y="5472"/>
                    <a:pt x="0" y="3526"/>
                  </a:cubicBezTo>
                  <a:cubicBezTo>
                    <a:pt x="0" y="1581"/>
                    <a:pt x="1581" y="1"/>
                    <a:pt x="3526" y="1"/>
                  </a:cubicBezTo>
                  <a:lnTo>
                    <a:pt x="16809" y="1"/>
                  </a:lnTo>
                  <a:cubicBezTo>
                    <a:pt x="18754" y="1"/>
                    <a:pt x="20335" y="1581"/>
                    <a:pt x="20335" y="3526"/>
                  </a:cubicBezTo>
                  <a:cubicBezTo>
                    <a:pt x="20335" y="5472"/>
                    <a:pt x="18754" y="7052"/>
                    <a:pt x="16809" y="7052"/>
                  </a:cubicBezTo>
                  <a:lnTo>
                    <a:pt x="3526" y="7052"/>
                  </a:lnTo>
                  <a:close/>
                </a:path>
              </a:pathLst>
            </a:custGeom>
            <a:solidFill>
              <a:schemeClr val="accent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2"/>
            <p:cNvSpPr/>
            <p:nvPr/>
          </p:nvSpPr>
          <p:spPr>
            <a:xfrm>
              <a:off x="5659328" y="4422051"/>
              <a:ext cx="406751" cy="39"/>
            </a:xfrm>
            <a:custGeom>
              <a:rect b="b" l="l" r="r" t="t"/>
              <a:pathLst>
                <a:path extrusionOk="0" fill="none" h="1" w="10457">
                  <a:moveTo>
                    <a:pt x="0" y="1"/>
                  </a:moveTo>
                  <a:lnTo>
                    <a:pt x="10456" y="1"/>
                  </a:lnTo>
                </a:path>
              </a:pathLst>
            </a:custGeom>
            <a:solidFill>
              <a:schemeClr val="lt1"/>
            </a:solid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2"/>
            <p:cNvSpPr/>
            <p:nvPr/>
          </p:nvSpPr>
          <p:spPr>
            <a:xfrm>
              <a:off x="7727197" y="1409517"/>
              <a:ext cx="877294" cy="1054667"/>
            </a:xfrm>
            <a:custGeom>
              <a:rect b="b" l="l" r="r" t="t"/>
              <a:pathLst>
                <a:path extrusionOk="0" h="27114" w="22554">
                  <a:moveTo>
                    <a:pt x="17751" y="27113"/>
                  </a:moveTo>
                  <a:lnTo>
                    <a:pt x="4833" y="27113"/>
                  </a:lnTo>
                  <a:cubicBezTo>
                    <a:pt x="2158" y="27113"/>
                    <a:pt x="0" y="24955"/>
                    <a:pt x="0" y="22281"/>
                  </a:cubicBezTo>
                  <a:lnTo>
                    <a:pt x="0" y="4833"/>
                  </a:lnTo>
                  <a:cubicBezTo>
                    <a:pt x="0" y="2159"/>
                    <a:pt x="2158" y="1"/>
                    <a:pt x="4833" y="1"/>
                  </a:cubicBezTo>
                  <a:lnTo>
                    <a:pt x="17751" y="1"/>
                  </a:lnTo>
                  <a:cubicBezTo>
                    <a:pt x="20396" y="1"/>
                    <a:pt x="22554" y="2159"/>
                    <a:pt x="22554" y="4833"/>
                  </a:cubicBezTo>
                  <a:lnTo>
                    <a:pt x="22554" y="22281"/>
                  </a:lnTo>
                  <a:cubicBezTo>
                    <a:pt x="22554" y="24955"/>
                    <a:pt x="20396" y="27113"/>
                    <a:pt x="17751" y="27113"/>
                  </a:cubicBezTo>
                  <a:close/>
                </a:path>
              </a:pathLst>
            </a:custGeom>
            <a:gradFill>
              <a:gsLst>
                <a:gs pos="0">
                  <a:schemeClr val="accent6"/>
                </a:gs>
                <a:gs pos="100000">
                  <a:schemeClr val="accent5"/>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42"/>
            <p:cNvSpPr/>
            <p:nvPr/>
          </p:nvSpPr>
          <p:spPr>
            <a:xfrm>
              <a:off x="7802852" y="1590429"/>
              <a:ext cx="185658" cy="185658"/>
            </a:xfrm>
            <a:custGeom>
              <a:rect b="b" l="l" r="r" t="t"/>
              <a:pathLst>
                <a:path extrusionOk="0" fill="none" h="4773" w="4773">
                  <a:moveTo>
                    <a:pt x="4773" y="2401"/>
                  </a:moveTo>
                  <a:cubicBezTo>
                    <a:pt x="4773" y="1064"/>
                    <a:pt x="3709" y="0"/>
                    <a:pt x="2372" y="0"/>
                  </a:cubicBezTo>
                  <a:cubicBezTo>
                    <a:pt x="1065" y="0"/>
                    <a:pt x="1" y="1064"/>
                    <a:pt x="1" y="2401"/>
                  </a:cubicBezTo>
                  <a:cubicBezTo>
                    <a:pt x="1" y="3708"/>
                    <a:pt x="1065" y="4772"/>
                    <a:pt x="2372" y="4772"/>
                  </a:cubicBezTo>
                  <a:cubicBezTo>
                    <a:pt x="3709" y="4772"/>
                    <a:pt x="4773" y="3708"/>
                    <a:pt x="4773" y="2401"/>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42"/>
            <p:cNvSpPr/>
            <p:nvPr/>
          </p:nvSpPr>
          <p:spPr>
            <a:xfrm>
              <a:off x="8054675" y="1683822"/>
              <a:ext cx="465875" cy="39"/>
            </a:xfrm>
            <a:custGeom>
              <a:rect b="b" l="l" r="r" t="t"/>
              <a:pathLst>
                <a:path extrusionOk="0" fill="none" h="1" w="11977">
                  <a:moveTo>
                    <a:pt x="1" y="0"/>
                  </a:moveTo>
                  <a:lnTo>
                    <a:pt x="11977" y="0"/>
                  </a:lnTo>
                </a:path>
              </a:pathLst>
            </a:custGeom>
            <a:solidFill>
              <a:schemeClr val="dk1"/>
            </a:solid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2"/>
            <p:cNvSpPr/>
            <p:nvPr/>
          </p:nvSpPr>
          <p:spPr>
            <a:xfrm>
              <a:off x="8053508" y="1683822"/>
              <a:ext cx="245949" cy="39"/>
            </a:xfrm>
            <a:custGeom>
              <a:rect b="b" l="l" r="r" t="t"/>
              <a:pathLst>
                <a:path extrusionOk="0" fill="none" h="1" w="6323">
                  <a:moveTo>
                    <a:pt x="1" y="0"/>
                  </a:moveTo>
                  <a:lnTo>
                    <a:pt x="6323" y="0"/>
                  </a:lnTo>
                </a:path>
              </a:pathLst>
            </a:custGeom>
            <a:solidFill>
              <a:schemeClr val="lt1"/>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42"/>
            <p:cNvSpPr/>
            <p:nvPr/>
          </p:nvSpPr>
          <p:spPr>
            <a:xfrm>
              <a:off x="7800480" y="1844624"/>
              <a:ext cx="185658" cy="185658"/>
            </a:xfrm>
            <a:custGeom>
              <a:rect b="b" l="l" r="r" t="t"/>
              <a:pathLst>
                <a:path extrusionOk="0" fill="none" h="4773" w="4773">
                  <a:moveTo>
                    <a:pt x="4773" y="2401"/>
                  </a:moveTo>
                  <a:cubicBezTo>
                    <a:pt x="4773" y="1094"/>
                    <a:pt x="3679" y="0"/>
                    <a:pt x="2372" y="0"/>
                  </a:cubicBezTo>
                  <a:cubicBezTo>
                    <a:pt x="1065" y="0"/>
                    <a:pt x="1" y="1094"/>
                    <a:pt x="1" y="2401"/>
                  </a:cubicBezTo>
                  <a:cubicBezTo>
                    <a:pt x="1" y="3708"/>
                    <a:pt x="1065" y="4772"/>
                    <a:pt x="2372" y="4772"/>
                  </a:cubicBezTo>
                  <a:cubicBezTo>
                    <a:pt x="3679" y="4772"/>
                    <a:pt x="4773" y="3708"/>
                    <a:pt x="4773" y="2401"/>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42"/>
            <p:cNvSpPr/>
            <p:nvPr/>
          </p:nvSpPr>
          <p:spPr>
            <a:xfrm>
              <a:off x="8052341" y="1938017"/>
              <a:ext cx="464670" cy="39"/>
            </a:xfrm>
            <a:custGeom>
              <a:rect b="b" l="l" r="r" t="t"/>
              <a:pathLst>
                <a:path extrusionOk="0" fill="none" h="1" w="11946">
                  <a:moveTo>
                    <a:pt x="0" y="0"/>
                  </a:moveTo>
                  <a:lnTo>
                    <a:pt x="11946" y="0"/>
                  </a:lnTo>
                </a:path>
              </a:pathLst>
            </a:custGeom>
            <a:solidFill>
              <a:schemeClr val="dk1"/>
            </a:solid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2"/>
            <p:cNvSpPr/>
            <p:nvPr/>
          </p:nvSpPr>
          <p:spPr>
            <a:xfrm>
              <a:off x="8052341" y="1938017"/>
              <a:ext cx="347627" cy="39"/>
            </a:xfrm>
            <a:custGeom>
              <a:rect b="b" l="l" r="r" t="t"/>
              <a:pathLst>
                <a:path extrusionOk="0" fill="none" h="1" w="8937">
                  <a:moveTo>
                    <a:pt x="0" y="0"/>
                  </a:moveTo>
                  <a:lnTo>
                    <a:pt x="8936" y="0"/>
                  </a:lnTo>
                </a:path>
              </a:pathLst>
            </a:custGeom>
            <a:solidFill>
              <a:schemeClr val="lt1"/>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2"/>
            <p:cNvSpPr/>
            <p:nvPr/>
          </p:nvSpPr>
          <p:spPr>
            <a:xfrm>
              <a:off x="7800480" y="2099987"/>
              <a:ext cx="185658" cy="184491"/>
            </a:xfrm>
            <a:custGeom>
              <a:rect b="b" l="l" r="r" t="t"/>
              <a:pathLst>
                <a:path extrusionOk="0" fill="none" h="4743" w="4773">
                  <a:moveTo>
                    <a:pt x="4773" y="2371"/>
                  </a:moveTo>
                  <a:cubicBezTo>
                    <a:pt x="4773" y="1064"/>
                    <a:pt x="3679" y="1"/>
                    <a:pt x="2372" y="1"/>
                  </a:cubicBezTo>
                  <a:cubicBezTo>
                    <a:pt x="1065" y="1"/>
                    <a:pt x="1" y="1064"/>
                    <a:pt x="1" y="2371"/>
                  </a:cubicBezTo>
                  <a:cubicBezTo>
                    <a:pt x="1" y="3678"/>
                    <a:pt x="1065" y="4742"/>
                    <a:pt x="2372" y="4742"/>
                  </a:cubicBezTo>
                  <a:cubicBezTo>
                    <a:pt x="3679" y="4742"/>
                    <a:pt x="4773" y="3678"/>
                    <a:pt x="4773" y="2371"/>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42"/>
            <p:cNvSpPr/>
            <p:nvPr/>
          </p:nvSpPr>
          <p:spPr>
            <a:xfrm>
              <a:off x="8052341" y="2192213"/>
              <a:ext cx="464670" cy="39"/>
            </a:xfrm>
            <a:custGeom>
              <a:rect b="b" l="l" r="r" t="t"/>
              <a:pathLst>
                <a:path extrusionOk="0" fill="none" h="1" w="11946">
                  <a:moveTo>
                    <a:pt x="0" y="0"/>
                  </a:moveTo>
                  <a:lnTo>
                    <a:pt x="11946" y="0"/>
                  </a:lnTo>
                </a:path>
              </a:pathLst>
            </a:custGeom>
            <a:solidFill>
              <a:schemeClr val="dk1"/>
            </a:solid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42"/>
            <p:cNvSpPr/>
            <p:nvPr/>
          </p:nvSpPr>
          <p:spPr>
            <a:xfrm>
              <a:off x="8052341" y="2192213"/>
              <a:ext cx="186825" cy="39"/>
            </a:xfrm>
            <a:custGeom>
              <a:rect b="b" l="l" r="r" t="t"/>
              <a:pathLst>
                <a:path extrusionOk="0" fill="none" h="1" w="4803">
                  <a:moveTo>
                    <a:pt x="0" y="0"/>
                  </a:moveTo>
                  <a:lnTo>
                    <a:pt x="4803" y="0"/>
                  </a:lnTo>
                </a:path>
              </a:pathLst>
            </a:custGeom>
            <a:solidFill>
              <a:schemeClr val="lt1"/>
            </a:solid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42"/>
            <p:cNvSpPr/>
            <p:nvPr/>
          </p:nvSpPr>
          <p:spPr>
            <a:xfrm>
              <a:off x="5509145" y="970870"/>
              <a:ext cx="312191" cy="312191"/>
            </a:xfrm>
            <a:custGeom>
              <a:rect b="b" l="l" r="r" t="t"/>
              <a:pathLst>
                <a:path extrusionOk="0" h="8026" w="8026">
                  <a:moveTo>
                    <a:pt x="4013" y="8025"/>
                  </a:moveTo>
                  <a:cubicBezTo>
                    <a:pt x="1794" y="8025"/>
                    <a:pt x="1" y="6232"/>
                    <a:pt x="1" y="4013"/>
                  </a:cubicBezTo>
                  <a:cubicBezTo>
                    <a:pt x="1" y="1794"/>
                    <a:pt x="1794" y="1"/>
                    <a:pt x="4013" y="1"/>
                  </a:cubicBezTo>
                  <a:cubicBezTo>
                    <a:pt x="6232" y="1"/>
                    <a:pt x="8025" y="1794"/>
                    <a:pt x="8025" y="4013"/>
                  </a:cubicBezTo>
                  <a:cubicBezTo>
                    <a:pt x="8025" y="6232"/>
                    <a:pt x="6232" y="8025"/>
                    <a:pt x="4013" y="8025"/>
                  </a:cubicBezTo>
                  <a:close/>
                </a:path>
              </a:pathLst>
            </a:custGeom>
            <a:gradFill>
              <a:gsLst>
                <a:gs pos="0">
                  <a:schemeClr val="accent1"/>
                </a:gs>
                <a:gs pos="100000">
                  <a:schemeClr val="accent2"/>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42"/>
            <p:cNvSpPr/>
            <p:nvPr/>
          </p:nvSpPr>
          <p:spPr>
            <a:xfrm>
              <a:off x="5588379" y="1074921"/>
              <a:ext cx="153723" cy="105257"/>
            </a:xfrm>
            <a:custGeom>
              <a:rect b="b" l="l" r="r" t="t"/>
              <a:pathLst>
                <a:path extrusionOk="0" fill="none" h="2706" w="3952">
                  <a:moveTo>
                    <a:pt x="1" y="852"/>
                  </a:moveTo>
                  <a:lnTo>
                    <a:pt x="1581" y="2706"/>
                  </a:lnTo>
                  <a:lnTo>
                    <a:pt x="3952" y="1"/>
                  </a:lnTo>
                </a:path>
              </a:pathLst>
            </a:custGeom>
            <a:solidFill>
              <a:schemeClr val="dk1"/>
            </a:solidFill>
            <a:ln cap="rnd"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42"/>
            <p:cNvSpPr/>
            <p:nvPr/>
          </p:nvSpPr>
          <p:spPr>
            <a:xfrm>
              <a:off x="7724824" y="605545"/>
              <a:ext cx="637297" cy="637297"/>
            </a:xfrm>
            <a:custGeom>
              <a:rect b="b" l="l" r="r" t="t"/>
              <a:pathLst>
                <a:path extrusionOk="0" h="16384" w="16384">
                  <a:moveTo>
                    <a:pt x="5198" y="16384"/>
                  </a:moveTo>
                  <a:cubicBezTo>
                    <a:pt x="2341" y="16384"/>
                    <a:pt x="1" y="14043"/>
                    <a:pt x="1" y="11186"/>
                  </a:cubicBezTo>
                  <a:lnTo>
                    <a:pt x="1" y="5198"/>
                  </a:lnTo>
                  <a:cubicBezTo>
                    <a:pt x="1" y="2341"/>
                    <a:pt x="2341" y="1"/>
                    <a:pt x="5198" y="1"/>
                  </a:cubicBezTo>
                  <a:lnTo>
                    <a:pt x="11186" y="1"/>
                  </a:lnTo>
                  <a:cubicBezTo>
                    <a:pt x="14043" y="1"/>
                    <a:pt x="16384" y="2341"/>
                    <a:pt x="16384" y="5198"/>
                  </a:cubicBezTo>
                  <a:lnTo>
                    <a:pt x="16384" y="11186"/>
                  </a:lnTo>
                  <a:cubicBezTo>
                    <a:pt x="16384" y="14043"/>
                    <a:pt x="14043" y="16384"/>
                    <a:pt x="11186" y="16384"/>
                  </a:cubicBezTo>
                  <a:close/>
                </a:path>
              </a:pathLst>
            </a:custGeom>
            <a:gradFill>
              <a:gsLst>
                <a:gs pos="0">
                  <a:schemeClr val="accent2"/>
                </a:gs>
                <a:gs pos="100000">
                  <a:schemeClr val="accent3"/>
                </a:gs>
              </a:gsLst>
              <a:lin ang="8100019"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42"/>
            <p:cNvSpPr/>
            <p:nvPr/>
          </p:nvSpPr>
          <p:spPr>
            <a:xfrm>
              <a:off x="7867889" y="748610"/>
              <a:ext cx="351167" cy="351167"/>
            </a:xfrm>
            <a:custGeom>
              <a:rect b="b" l="l" r="r" t="t"/>
              <a:pathLst>
                <a:path extrusionOk="0" fill="none" h="9028" w="9028">
                  <a:moveTo>
                    <a:pt x="9028" y="4499"/>
                  </a:moveTo>
                  <a:cubicBezTo>
                    <a:pt x="9028" y="6991"/>
                    <a:pt x="6991" y="9028"/>
                    <a:pt x="4529" y="9028"/>
                  </a:cubicBezTo>
                  <a:cubicBezTo>
                    <a:pt x="2037" y="9028"/>
                    <a:pt x="0" y="6991"/>
                    <a:pt x="0" y="4499"/>
                  </a:cubicBezTo>
                  <a:cubicBezTo>
                    <a:pt x="0" y="2007"/>
                    <a:pt x="2037" y="0"/>
                    <a:pt x="4529" y="0"/>
                  </a:cubicBezTo>
                  <a:cubicBezTo>
                    <a:pt x="6991" y="0"/>
                    <a:pt x="9028" y="2007"/>
                    <a:pt x="9028" y="4499"/>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2"/>
            <p:cNvSpPr/>
            <p:nvPr/>
          </p:nvSpPr>
          <p:spPr>
            <a:xfrm>
              <a:off x="7960115" y="825471"/>
              <a:ext cx="166754" cy="171460"/>
            </a:xfrm>
            <a:custGeom>
              <a:rect b="b" l="l" r="r" t="t"/>
              <a:pathLst>
                <a:path extrusionOk="0" fill="none" h="4408" w="4287">
                  <a:moveTo>
                    <a:pt x="4286" y="4408"/>
                  </a:moveTo>
                  <a:cubicBezTo>
                    <a:pt x="4286" y="3435"/>
                    <a:pt x="3648" y="2432"/>
                    <a:pt x="2766" y="2097"/>
                  </a:cubicBezTo>
                  <a:cubicBezTo>
                    <a:pt x="3070" y="1885"/>
                    <a:pt x="3283" y="1550"/>
                    <a:pt x="3283" y="1125"/>
                  </a:cubicBezTo>
                  <a:cubicBezTo>
                    <a:pt x="3283" y="487"/>
                    <a:pt x="2766" y="0"/>
                    <a:pt x="2158" y="0"/>
                  </a:cubicBezTo>
                  <a:cubicBezTo>
                    <a:pt x="1520" y="0"/>
                    <a:pt x="1003" y="487"/>
                    <a:pt x="1003" y="1125"/>
                  </a:cubicBezTo>
                  <a:cubicBezTo>
                    <a:pt x="1003" y="1550"/>
                    <a:pt x="1216" y="1885"/>
                    <a:pt x="1520" y="2097"/>
                  </a:cubicBezTo>
                  <a:cubicBezTo>
                    <a:pt x="639" y="2432"/>
                    <a:pt x="0" y="3435"/>
                    <a:pt x="0" y="4408"/>
                  </a:cubicBezTo>
                  <a:close/>
                </a:path>
              </a:pathLst>
            </a:custGeom>
            <a:noFill/>
            <a:ln cap="rnd"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42"/>
            <p:cNvSpPr/>
            <p:nvPr/>
          </p:nvSpPr>
          <p:spPr>
            <a:xfrm>
              <a:off x="4835245" y="1471014"/>
              <a:ext cx="507262" cy="431568"/>
            </a:xfrm>
            <a:custGeom>
              <a:rect b="b" l="l" r="r" t="t"/>
              <a:pathLst>
                <a:path extrusionOk="0" h="11095" w="13041">
                  <a:moveTo>
                    <a:pt x="2949" y="8754"/>
                  </a:moveTo>
                  <a:lnTo>
                    <a:pt x="6201" y="8724"/>
                  </a:lnTo>
                  <a:cubicBezTo>
                    <a:pt x="6687" y="10730"/>
                    <a:pt x="8268" y="11064"/>
                    <a:pt x="9180" y="11095"/>
                  </a:cubicBezTo>
                  <a:cubicBezTo>
                    <a:pt x="9362" y="11095"/>
                    <a:pt x="9454" y="10882"/>
                    <a:pt x="9302" y="10760"/>
                  </a:cubicBezTo>
                  <a:cubicBezTo>
                    <a:pt x="8298" y="10000"/>
                    <a:pt x="8663" y="8693"/>
                    <a:pt x="8663" y="8693"/>
                  </a:cubicBezTo>
                  <a:lnTo>
                    <a:pt x="10153" y="8663"/>
                  </a:lnTo>
                  <a:cubicBezTo>
                    <a:pt x="11733" y="8663"/>
                    <a:pt x="13040" y="7356"/>
                    <a:pt x="13010" y="5775"/>
                  </a:cubicBezTo>
                  <a:lnTo>
                    <a:pt x="12979" y="2888"/>
                  </a:lnTo>
                  <a:cubicBezTo>
                    <a:pt x="12979" y="1307"/>
                    <a:pt x="11642" y="0"/>
                    <a:pt x="10061" y="31"/>
                  </a:cubicBezTo>
                  <a:lnTo>
                    <a:pt x="2858" y="91"/>
                  </a:lnTo>
                  <a:cubicBezTo>
                    <a:pt x="1277" y="122"/>
                    <a:pt x="0" y="1429"/>
                    <a:pt x="31" y="3009"/>
                  </a:cubicBezTo>
                  <a:lnTo>
                    <a:pt x="61" y="5897"/>
                  </a:lnTo>
                  <a:cubicBezTo>
                    <a:pt x="61" y="7477"/>
                    <a:pt x="1368" y="8754"/>
                    <a:pt x="2949" y="8754"/>
                  </a:cubicBezTo>
                  <a:close/>
                </a:path>
              </a:pathLst>
            </a:custGeom>
            <a:gradFill>
              <a:gsLst>
                <a:gs pos="0">
                  <a:schemeClr val="accent6"/>
                </a:gs>
                <a:gs pos="100000">
                  <a:schemeClr val="accent5"/>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42"/>
            <p:cNvSpPr/>
            <p:nvPr/>
          </p:nvSpPr>
          <p:spPr>
            <a:xfrm>
              <a:off x="5178127" y="1599881"/>
              <a:ext cx="74528" cy="73322"/>
            </a:xfrm>
            <a:custGeom>
              <a:rect b="b" l="l" r="r" t="t"/>
              <a:pathLst>
                <a:path extrusionOk="0" h="1885" w="1916">
                  <a:moveTo>
                    <a:pt x="942" y="0"/>
                  </a:moveTo>
                  <a:cubicBezTo>
                    <a:pt x="426" y="0"/>
                    <a:pt x="0" y="426"/>
                    <a:pt x="0" y="943"/>
                  </a:cubicBezTo>
                  <a:cubicBezTo>
                    <a:pt x="0" y="1490"/>
                    <a:pt x="426" y="1885"/>
                    <a:pt x="973" y="1885"/>
                  </a:cubicBezTo>
                  <a:cubicBezTo>
                    <a:pt x="1490" y="1885"/>
                    <a:pt x="1915" y="1459"/>
                    <a:pt x="1885" y="943"/>
                  </a:cubicBezTo>
                  <a:cubicBezTo>
                    <a:pt x="1885" y="395"/>
                    <a:pt x="1459" y="0"/>
                    <a:pt x="942"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42"/>
            <p:cNvSpPr/>
            <p:nvPr/>
          </p:nvSpPr>
          <p:spPr>
            <a:xfrm>
              <a:off x="5051593" y="1601048"/>
              <a:ext cx="74528" cy="73361"/>
            </a:xfrm>
            <a:custGeom>
              <a:rect b="b" l="l" r="r" t="t"/>
              <a:pathLst>
                <a:path extrusionOk="0" h="1886" w="1916">
                  <a:moveTo>
                    <a:pt x="943" y="1"/>
                  </a:moveTo>
                  <a:cubicBezTo>
                    <a:pt x="426" y="1"/>
                    <a:pt x="1" y="426"/>
                    <a:pt x="1" y="943"/>
                  </a:cubicBezTo>
                  <a:cubicBezTo>
                    <a:pt x="1" y="1490"/>
                    <a:pt x="426" y="1885"/>
                    <a:pt x="974" y="1885"/>
                  </a:cubicBezTo>
                  <a:cubicBezTo>
                    <a:pt x="1490" y="1885"/>
                    <a:pt x="1916" y="1460"/>
                    <a:pt x="1916" y="943"/>
                  </a:cubicBezTo>
                  <a:cubicBezTo>
                    <a:pt x="1885" y="426"/>
                    <a:pt x="1460" y="1"/>
                    <a:pt x="943"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42"/>
            <p:cNvSpPr/>
            <p:nvPr/>
          </p:nvSpPr>
          <p:spPr>
            <a:xfrm>
              <a:off x="4903774" y="1602267"/>
              <a:ext cx="74528" cy="73400"/>
            </a:xfrm>
            <a:custGeom>
              <a:rect b="b" l="l" r="r" t="t"/>
              <a:pathLst>
                <a:path extrusionOk="0" h="1887" w="1916">
                  <a:moveTo>
                    <a:pt x="943" y="0"/>
                  </a:moveTo>
                  <a:cubicBezTo>
                    <a:pt x="426" y="0"/>
                    <a:pt x="1" y="426"/>
                    <a:pt x="1" y="942"/>
                  </a:cubicBezTo>
                  <a:cubicBezTo>
                    <a:pt x="1" y="1471"/>
                    <a:pt x="398" y="1886"/>
                    <a:pt x="918" y="1886"/>
                  </a:cubicBezTo>
                  <a:cubicBezTo>
                    <a:pt x="936" y="1886"/>
                    <a:pt x="955" y="1886"/>
                    <a:pt x="973" y="1885"/>
                  </a:cubicBezTo>
                  <a:cubicBezTo>
                    <a:pt x="1490" y="1885"/>
                    <a:pt x="1915" y="1459"/>
                    <a:pt x="1915" y="942"/>
                  </a:cubicBezTo>
                  <a:cubicBezTo>
                    <a:pt x="1885" y="426"/>
                    <a:pt x="1460" y="0"/>
                    <a:pt x="94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43"/>
          <p:cNvSpPr/>
          <p:nvPr/>
        </p:nvSpPr>
        <p:spPr>
          <a:xfrm>
            <a:off x="3505600" y="713225"/>
            <a:ext cx="2132787" cy="2132787"/>
          </a:xfrm>
          <a:custGeom>
            <a:rect b="b" l="l" r="r" t="t"/>
            <a:pathLst>
              <a:path extrusionOk="0" h="16384" w="16384">
                <a:moveTo>
                  <a:pt x="5198" y="16384"/>
                </a:moveTo>
                <a:cubicBezTo>
                  <a:pt x="2341" y="16384"/>
                  <a:pt x="1" y="14043"/>
                  <a:pt x="1" y="11186"/>
                </a:cubicBezTo>
                <a:lnTo>
                  <a:pt x="1" y="5198"/>
                </a:lnTo>
                <a:cubicBezTo>
                  <a:pt x="1" y="2341"/>
                  <a:pt x="2341" y="1"/>
                  <a:pt x="5198" y="1"/>
                </a:cubicBezTo>
                <a:lnTo>
                  <a:pt x="11186" y="1"/>
                </a:lnTo>
                <a:cubicBezTo>
                  <a:pt x="14043" y="1"/>
                  <a:pt x="16384" y="2341"/>
                  <a:pt x="16384" y="5198"/>
                </a:cubicBezTo>
                <a:lnTo>
                  <a:pt x="16384" y="11186"/>
                </a:lnTo>
                <a:cubicBezTo>
                  <a:pt x="16384" y="14043"/>
                  <a:pt x="14043" y="16384"/>
                  <a:pt x="11186" y="16384"/>
                </a:cubicBezTo>
                <a:close/>
              </a:path>
            </a:pathLst>
          </a:custGeom>
          <a:gradFill>
            <a:gsLst>
              <a:gs pos="0">
                <a:schemeClr val="accent2"/>
              </a:gs>
              <a:gs pos="100000">
                <a:schemeClr val="accent3"/>
              </a:gs>
            </a:gsLst>
            <a:lin ang="80993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43"/>
          <p:cNvSpPr txBox="1"/>
          <p:nvPr>
            <p:ph type="title"/>
          </p:nvPr>
        </p:nvSpPr>
        <p:spPr>
          <a:xfrm>
            <a:off x="1146900" y="3068936"/>
            <a:ext cx="68502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INTRODUCTION</a:t>
            </a:r>
            <a:endParaRPr/>
          </a:p>
        </p:txBody>
      </p:sp>
      <p:sp>
        <p:nvSpPr>
          <p:cNvPr id="670" name="Google Shape;670;p43"/>
          <p:cNvSpPr txBox="1"/>
          <p:nvPr>
            <p:ph idx="2" type="title"/>
          </p:nvPr>
        </p:nvSpPr>
        <p:spPr>
          <a:xfrm>
            <a:off x="3140400" y="925223"/>
            <a:ext cx="2863200" cy="170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671" name="Google Shape;671;p43"/>
          <p:cNvSpPr txBox="1"/>
          <p:nvPr>
            <p:ph idx="1" type="subTitle"/>
          </p:nvPr>
        </p:nvSpPr>
        <p:spPr>
          <a:xfrm>
            <a:off x="1480938" y="3800250"/>
            <a:ext cx="6182100" cy="623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a:t>A brief overview of Natural Language Processing (NLP)</a:t>
            </a:r>
            <a:endParaRPr/>
          </a:p>
        </p:txBody>
      </p:sp>
      <p:grpSp>
        <p:nvGrpSpPr>
          <p:cNvPr id="672" name="Google Shape;672;p43"/>
          <p:cNvGrpSpPr/>
          <p:nvPr/>
        </p:nvGrpSpPr>
        <p:grpSpPr>
          <a:xfrm>
            <a:off x="1414861" y="1148703"/>
            <a:ext cx="709302" cy="709356"/>
            <a:chOff x="1074511" y="925228"/>
            <a:chExt cx="709302" cy="709356"/>
          </a:xfrm>
        </p:grpSpPr>
        <p:sp>
          <p:nvSpPr>
            <p:cNvPr id="673" name="Google Shape;673;p43"/>
            <p:cNvSpPr/>
            <p:nvPr/>
          </p:nvSpPr>
          <p:spPr>
            <a:xfrm rot="-514359">
              <a:off x="1117492" y="968204"/>
              <a:ext cx="623340" cy="623404"/>
            </a:xfrm>
            <a:custGeom>
              <a:rect b="b" l="l" r="r" t="t"/>
              <a:pathLst>
                <a:path extrusionOk="0" h="9728" w="9727">
                  <a:moveTo>
                    <a:pt x="1611" y="1"/>
                  </a:moveTo>
                  <a:cubicBezTo>
                    <a:pt x="699" y="1"/>
                    <a:pt x="0" y="730"/>
                    <a:pt x="0" y="1612"/>
                  </a:cubicBezTo>
                  <a:lnTo>
                    <a:pt x="0" y="8116"/>
                  </a:lnTo>
                  <a:cubicBezTo>
                    <a:pt x="0" y="8998"/>
                    <a:pt x="699" y="9727"/>
                    <a:pt x="1611" y="9727"/>
                  </a:cubicBezTo>
                  <a:lnTo>
                    <a:pt x="8085" y="9727"/>
                  </a:lnTo>
                  <a:cubicBezTo>
                    <a:pt x="8997" y="9727"/>
                    <a:pt x="9727" y="8998"/>
                    <a:pt x="9727" y="8116"/>
                  </a:cubicBezTo>
                  <a:lnTo>
                    <a:pt x="9727" y="1612"/>
                  </a:lnTo>
                  <a:cubicBezTo>
                    <a:pt x="9727" y="730"/>
                    <a:pt x="8997" y="1"/>
                    <a:pt x="8085" y="1"/>
                  </a:cubicBezTo>
                  <a:close/>
                </a:path>
              </a:pathLst>
            </a:custGeom>
            <a:noFill/>
            <a:ln cap="flat" cmpd="sng" w="9525">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43"/>
            <p:cNvSpPr/>
            <p:nvPr/>
          </p:nvSpPr>
          <p:spPr>
            <a:xfrm rot="-514359">
              <a:off x="1373904" y="1202490"/>
              <a:ext cx="128616" cy="144188"/>
            </a:xfrm>
            <a:custGeom>
              <a:rect b="b" l="l" r="r" t="t"/>
              <a:pathLst>
                <a:path extrusionOk="0" fill="none" h="2250" w="2007">
                  <a:moveTo>
                    <a:pt x="0" y="92"/>
                  </a:moveTo>
                  <a:lnTo>
                    <a:pt x="0" y="2159"/>
                  </a:lnTo>
                  <a:cubicBezTo>
                    <a:pt x="0" y="2219"/>
                    <a:pt x="61" y="2250"/>
                    <a:pt x="91" y="2219"/>
                  </a:cubicBezTo>
                  <a:lnTo>
                    <a:pt x="1946" y="1186"/>
                  </a:lnTo>
                  <a:cubicBezTo>
                    <a:pt x="2006" y="1156"/>
                    <a:pt x="2006" y="1095"/>
                    <a:pt x="1946" y="1064"/>
                  </a:cubicBezTo>
                  <a:lnTo>
                    <a:pt x="91" y="31"/>
                  </a:lnTo>
                  <a:cubicBezTo>
                    <a:pt x="61" y="1"/>
                    <a:pt x="0" y="31"/>
                    <a:pt x="0" y="92"/>
                  </a:cubicBezTo>
                  <a:close/>
                </a:path>
              </a:pathLst>
            </a:custGeom>
            <a:noFill/>
            <a:ln cap="flat" cmpd="sng" w="9525">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43"/>
            <p:cNvSpPr/>
            <p:nvPr/>
          </p:nvSpPr>
          <p:spPr>
            <a:xfrm rot="-514359">
              <a:off x="1284435" y="1131993"/>
              <a:ext cx="286389" cy="288376"/>
            </a:xfrm>
            <a:custGeom>
              <a:rect b="b" l="l" r="r" t="t"/>
              <a:pathLst>
                <a:path extrusionOk="0" fill="none" h="4500" w="4469">
                  <a:moveTo>
                    <a:pt x="3496" y="4499"/>
                  </a:moveTo>
                  <a:lnTo>
                    <a:pt x="973" y="4499"/>
                  </a:lnTo>
                  <a:cubicBezTo>
                    <a:pt x="426" y="4499"/>
                    <a:pt x="0" y="4044"/>
                    <a:pt x="0" y="3496"/>
                  </a:cubicBezTo>
                  <a:lnTo>
                    <a:pt x="0" y="1004"/>
                  </a:lnTo>
                  <a:cubicBezTo>
                    <a:pt x="0" y="457"/>
                    <a:pt x="426" y="1"/>
                    <a:pt x="973" y="1"/>
                  </a:cubicBezTo>
                  <a:lnTo>
                    <a:pt x="3496" y="1"/>
                  </a:lnTo>
                  <a:cubicBezTo>
                    <a:pt x="4043" y="1"/>
                    <a:pt x="4468" y="457"/>
                    <a:pt x="4468" y="1004"/>
                  </a:cubicBezTo>
                  <a:lnTo>
                    <a:pt x="4468" y="3496"/>
                  </a:lnTo>
                  <a:cubicBezTo>
                    <a:pt x="4468" y="4044"/>
                    <a:pt x="4043" y="4499"/>
                    <a:pt x="3496" y="4499"/>
                  </a:cubicBezTo>
                  <a:close/>
                </a:path>
              </a:pathLst>
            </a:custGeom>
            <a:noFill/>
            <a:ln cap="flat" cmpd="sng" w="9525">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6" name="Google Shape;676;p43"/>
          <p:cNvGrpSpPr/>
          <p:nvPr/>
        </p:nvGrpSpPr>
        <p:grpSpPr>
          <a:xfrm>
            <a:off x="6543922" y="843718"/>
            <a:ext cx="851910" cy="781546"/>
            <a:chOff x="7145197" y="889118"/>
            <a:chExt cx="851910" cy="781546"/>
          </a:xfrm>
        </p:grpSpPr>
        <p:sp>
          <p:nvSpPr>
            <p:cNvPr id="677" name="Google Shape;677;p43"/>
            <p:cNvSpPr/>
            <p:nvPr/>
          </p:nvSpPr>
          <p:spPr>
            <a:xfrm rot="989540">
              <a:off x="7709562" y="1210205"/>
              <a:ext cx="104304" cy="104304"/>
            </a:xfrm>
            <a:custGeom>
              <a:rect b="b" l="l" r="r" t="t"/>
              <a:pathLst>
                <a:path extrusionOk="0" fill="none" h="1855" w="1855">
                  <a:moveTo>
                    <a:pt x="1" y="912"/>
                  </a:moveTo>
                  <a:cubicBezTo>
                    <a:pt x="1" y="426"/>
                    <a:pt x="396" y="0"/>
                    <a:pt x="913" y="0"/>
                  </a:cubicBezTo>
                  <a:cubicBezTo>
                    <a:pt x="1429" y="0"/>
                    <a:pt x="1825" y="395"/>
                    <a:pt x="1855" y="912"/>
                  </a:cubicBezTo>
                  <a:cubicBezTo>
                    <a:pt x="1855" y="1429"/>
                    <a:pt x="1429" y="1824"/>
                    <a:pt x="943" y="1824"/>
                  </a:cubicBezTo>
                  <a:cubicBezTo>
                    <a:pt x="426" y="1854"/>
                    <a:pt x="1" y="1429"/>
                    <a:pt x="1" y="912"/>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43"/>
            <p:cNvSpPr/>
            <p:nvPr/>
          </p:nvSpPr>
          <p:spPr>
            <a:xfrm rot="989540">
              <a:off x="7538656" y="1161368"/>
              <a:ext cx="104304" cy="104304"/>
            </a:xfrm>
            <a:custGeom>
              <a:rect b="b" l="l" r="r" t="t"/>
              <a:pathLst>
                <a:path extrusionOk="0" fill="none" h="1855" w="1855">
                  <a:moveTo>
                    <a:pt x="1" y="913"/>
                  </a:moveTo>
                  <a:cubicBezTo>
                    <a:pt x="1" y="426"/>
                    <a:pt x="426" y="1"/>
                    <a:pt x="913" y="1"/>
                  </a:cubicBezTo>
                  <a:cubicBezTo>
                    <a:pt x="1429" y="1"/>
                    <a:pt x="1855" y="396"/>
                    <a:pt x="1855" y="913"/>
                  </a:cubicBezTo>
                  <a:cubicBezTo>
                    <a:pt x="1855" y="1429"/>
                    <a:pt x="1460" y="1824"/>
                    <a:pt x="943" y="1824"/>
                  </a:cubicBezTo>
                  <a:cubicBezTo>
                    <a:pt x="426" y="1855"/>
                    <a:pt x="1" y="1429"/>
                    <a:pt x="1" y="913"/>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43"/>
            <p:cNvSpPr/>
            <p:nvPr/>
          </p:nvSpPr>
          <p:spPr>
            <a:xfrm rot="989540">
              <a:off x="7367734" y="1112584"/>
              <a:ext cx="104304" cy="104304"/>
            </a:xfrm>
            <a:custGeom>
              <a:rect b="b" l="l" r="r" t="t"/>
              <a:pathLst>
                <a:path extrusionOk="0" fill="none" h="1855" w="1855">
                  <a:moveTo>
                    <a:pt x="31" y="942"/>
                  </a:moveTo>
                  <a:cubicBezTo>
                    <a:pt x="0" y="426"/>
                    <a:pt x="426" y="0"/>
                    <a:pt x="943" y="0"/>
                  </a:cubicBezTo>
                  <a:cubicBezTo>
                    <a:pt x="1429" y="0"/>
                    <a:pt x="1855" y="395"/>
                    <a:pt x="1855" y="912"/>
                  </a:cubicBezTo>
                  <a:cubicBezTo>
                    <a:pt x="1855" y="1429"/>
                    <a:pt x="1459" y="1824"/>
                    <a:pt x="943" y="1824"/>
                  </a:cubicBezTo>
                  <a:cubicBezTo>
                    <a:pt x="426" y="1854"/>
                    <a:pt x="31" y="1429"/>
                    <a:pt x="31" y="942"/>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43"/>
            <p:cNvSpPr/>
            <p:nvPr/>
          </p:nvSpPr>
          <p:spPr>
            <a:xfrm rot="989540">
              <a:off x="7216491" y="977355"/>
              <a:ext cx="709321" cy="605073"/>
            </a:xfrm>
            <a:custGeom>
              <a:rect b="b" l="l" r="r" t="t"/>
              <a:pathLst>
                <a:path extrusionOk="0" fill="none" h="10761" w="12615">
                  <a:moveTo>
                    <a:pt x="2858" y="8451"/>
                  </a:moveTo>
                  <a:lnTo>
                    <a:pt x="5989" y="8420"/>
                  </a:lnTo>
                  <a:cubicBezTo>
                    <a:pt x="6475" y="10396"/>
                    <a:pt x="7995" y="10730"/>
                    <a:pt x="8876" y="10761"/>
                  </a:cubicBezTo>
                  <a:cubicBezTo>
                    <a:pt x="9059" y="10761"/>
                    <a:pt x="9150" y="10518"/>
                    <a:pt x="8998" y="10426"/>
                  </a:cubicBezTo>
                  <a:cubicBezTo>
                    <a:pt x="8025" y="9667"/>
                    <a:pt x="8390" y="8390"/>
                    <a:pt x="8390" y="8390"/>
                  </a:cubicBezTo>
                  <a:lnTo>
                    <a:pt x="9849" y="8390"/>
                  </a:lnTo>
                  <a:cubicBezTo>
                    <a:pt x="11369" y="8360"/>
                    <a:pt x="12615" y="7113"/>
                    <a:pt x="12615" y="5563"/>
                  </a:cubicBezTo>
                  <a:lnTo>
                    <a:pt x="12584" y="2767"/>
                  </a:lnTo>
                  <a:cubicBezTo>
                    <a:pt x="12554" y="1247"/>
                    <a:pt x="11308" y="1"/>
                    <a:pt x="9758" y="1"/>
                  </a:cubicBezTo>
                  <a:lnTo>
                    <a:pt x="2767" y="92"/>
                  </a:lnTo>
                  <a:cubicBezTo>
                    <a:pt x="1247" y="92"/>
                    <a:pt x="1" y="1369"/>
                    <a:pt x="1" y="2888"/>
                  </a:cubicBezTo>
                  <a:lnTo>
                    <a:pt x="31" y="5685"/>
                  </a:lnTo>
                  <a:cubicBezTo>
                    <a:pt x="61" y="7235"/>
                    <a:pt x="1338" y="8481"/>
                    <a:pt x="2858" y="8451"/>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44"/>
          <p:cNvSpPr txBox="1"/>
          <p:nvPr>
            <p:ph idx="1" type="subTitle"/>
          </p:nvPr>
        </p:nvSpPr>
        <p:spPr>
          <a:xfrm>
            <a:off x="326975" y="1150475"/>
            <a:ext cx="6646500" cy="374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Natural Language - </a:t>
            </a:r>
            <a:r>
              <a:rPr lang="en" sz="1800"/>
              <a:t>any language that has </a:t>
            </a:r>
            <a:r>
              <a:rPr lang="en" sz="1800" u="sng"/>
              <a:t>evolved naturally</a:t>
            </a:r>
            <a:r>
              <a:rPr lang="en" sz="1800"/>
              <a:t> in humans through use and repetition </a:t>
            </a:r>
            <a:r>
              <a:rPr lang="en" sz="1800" u="sng"/>
              <a:t>without conscious planning</a:t>
            </a:r>
            <a:endParaRPr sz="1800" u="sng"/>
          </a:p>
          <a:p>
            <a:pPr indent="-342900" lvl="0" marL="914400" rtl="0" algn="l">
              <a:spcBef>
                <a:spcPts val="0"/>
              </a:spcBef>
              <a:spcAft>
                <a:spcPts val="0"/>
              </a:spcAft>
              <a:buSzPts val="1800"/>
              <a:buChar char="●"/>
            </a:pPr>
            <a:r>
              <a:rPr lang="en" sz="1800"/>
              <a:t>e.g. speech, written text</a:t>
            </a:r>
            <a:endParaRPr sz="1800"/>
          </a:p>
          <a:p>
            <a:pPr indent="-342900" lvl="0" marL="914400" rtl="0" algn="l">
              <a:spcBef>
                <a:spcPts val="0"/>
              </a:spcBef>
              <a:spcAft>
                <a:spcPts val="0"/>
              </a:spcAft>
              <a:buSzPts val="1800"/>
              <a:buChar char="●"/>
            </a:pPr>
            <a:r>
              <a:rPr lang="en" sz="1800"/>
              <a:t>vs.</a:t>
            </a:r>
            <a:r>
              <a:rPr lang="en" sz="1800"/>
              <a:t> formal mathematical notation, coding languages</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b="1" lang="en" sz="1800"/>
              <a:t>Natural Language Processing - </a:t>
            </a:r>
            <a:r>
              <a:rPr lang="en" sz="1800"/>
              <a:t>the application of computational techniques to the processing, analysis and synthesis of natural language</a:t>
            </a:r>
            <a:endParaRPr sz="1800"/>
          </a:p>
          <a:p>
            <a:pPr indent="-342900" lvl="0" marL="914400" rtl="0" algn="l">
              <a:spcBef>
                <a:spcPts val="0"/>
              </a:spcBef>
              <a:spcAft>
                <a:spcPts val="0"/>
              </a:spcAft>
              <a:buSzPts val="1800"/>
              <a:buChar char="●"/>
            </a:pPr>
            <a:r>
              <a:rPr lang="en" sz="1800"/>
              <a:t>e</a:t>
            </a:r>
            <a:r>
              <a:rPr lang="en" sz="1800"/>
              <a:t>.g. translation, question answering, speech recognition </a:t>
            </a:r>
            <a:endParaRPr sz="1800"/>
          </a:p>
          <a:p>
            <a:pPr indent="-342900" lvl="0" marL="914400" rtl="0" algn="l">
              <a:spcBef>
                <a:spcPts val="0"/>
              </a:spcBef>
              <a:spcAft>
                <a:spcPts val="0"/>
              </a:spcAft>
              <a:buSzPts val="1800"/>
              <a:buChar char="●"/>
            </a:pPr>
            <a:r>
              <a:rPr lang="en" sz="1800"/>
              <a:t>Different levels of NLP applications</a:t>
            </a:r>
            <a:endParaRPr b="1" sz="2100"/>
          </a:p>
          <a:p>
            <a:pPr indent="0" lvl="0" marL="0" rtl="0" algn="l">
              <a:spcBef>
                <a:spcPts val="0"/>
              </a:spcBef>
              <a:spcAft>
                <a:spcPts val="0"/>
              </a:spcAft>
              <a:buNone/>
            </a:pPr>
            <a:r>
              <a:t/>
            </a:r>
            <a:endParaRPr b="1" sz="2100"/>
          </a:p>
          <a:p>
            <a:pPr indent="0" lvl="0" marL="0" rtl="0" algn="l">
              <a:spcBef>
                <a:spcPts val="0"/>
              </a:spcBef>
              <a:spcAft>
                <a:spcPts val="0"/>
              </a:spcAft>
              <a:buNone/>
            </a:pPr>
            <a:r>
              <a:t/>
            </a:r>
            <a:endParaRPr b="1" sz="2100"/>
          </a:p>
        </p:txBody>
      </p:sp>
      <p:sp>
        <p:nvSpPr>
          <p:cNvPr id="686" name="Google Shape;686;p44"/>
          <p:cNvSpPr txBox="1"/>
          <p:nvPr>
            <p:ph type="title"/>
          </p:nvPr>
        </p:nvSpPr>
        <p:spPr>
          <a:xfrm>
            <a:off x="713225" y="657995"/>
            <a:ext cx="7717500" cy="3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SO, WHAT IS NLP ANYWAYS?</a:t>
            </a:r>
            <a:endParaRPr/>
          </a:p>
        </p:txBody>
      </p:sp>
      <p:grpSp>
        <p:nvGrpSpPr>
          <p:cNvPr id="687" name="Google Shape;687;p44"/>
          <p:cNvGrpSpPr/>
          <p:nvPr/>
        </p:nvGrpSpPr>
        <p:grpSpPr>
          <a:xfrm rot="-608266">
            <a:off x="615603" y="252146"/>
            <a:ext cx="692367" cy="692431"/>
            <a:chOff x="4231275" y="1599750"/>
            <a:chExt cx="692428" cy="692493"/>
          </a:xfrm>
        </p:grpSpPr>
        <p:sp>
          <p:nvSpPr>
            <p:cNvPr id="688" name="Google Shape;688;p44"/>
            <p:cNvSpPr/>
            <p:nvPr/>
          </p:nvSpPr>
          <p:spPr>
            <a:xfrm>
              <a:off x="4231275" y="1599750"/>
              <a:ext cx="692428" cy="692493"/>
            </a:xfrm>
            <a:custGeom>
              <a:rect b="b" l="l" r="r" t="t"/>
              <a:pathLst>
                <a:path extrusionOk="0" fill="none" h="8178" w="8177">
                  <a:moveTo>
                    <a:pt x="7721" y="3223"/>
                  </a:moveTo>
                  <a:cubicBezTo>
                    <a:pt x="8177" y="5229"/>
                    <a:pt x="6961" y="7235"/>
                    <a:pt x="4955" y="7721"/>
                  </a:cubicBezTo>
                  <a:cubicBezTo>
                    <a:pt x="2949" y="8177"/>
                    <a:pt x="943" y="6961"/>
                    <a:pt x="487" y="4955"/>
                  </a:cubicBezTo>
                  <a:cubicBezTo>
                    <a:pt x="0" y="2949"/>
                    <a:pt x="1247" y="943"/>
                    <a:pt x="3222" y="457"/>
                  </a:cubicBezTo>
                  <a:cubicBezTo>
                    <a:pt x="5229" y="1"/>
                    <a:pt x="7235" y="1247"/>
                    <a:pt x="7721" y="3223"/>
                  </a:cubicBezTo>
                  <a:close/>
                </a:path>
              </a:pathLst>
            </a:custGeom>
            <a:noFill/>
            <a:ln cap="flat" cmpd="sng" w="9525">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44"/>
            <p:cNvSpPr/>
            <p:nvPr/>
          </p:nvSpPr>
          <p:spPr>
            <a:xfrm>
              <a:off x="4411473" y="1759369"/>
              <a:ext cx="332115" cy="342351"/>
            </a:xfrm>
            <a:custGeom>
              <a:rect b="b" l="l" r="r" t="t"/>
              <a:pathLst>
                <a:path extrusionOk="0" fill="none" h="4043" w="3922">
                  <a:moveTo>
                    <a:pt x="3921" y="4043"/>
                  </a:moveTo>
                  <a:cubicBezTo>
                    <a:pt x="3921" y="3161"/>
                    <a:pt x="3344" y="2219"/>
                    <a:pt x="2523" y="1915"/>
                  </a:cubicBezTo>
                  <a:cubicBezTo>
                    <a:pt x="2827" y="1733"/>
                    <a:pt x="3009" y="1399"/>
                    <a:pt x="3009" y="1034"/>
                  </a:cubicBezTo>
                  <a:cubicBezTo>
                    <a:pt x="3009" y="456"/>
                    <a:pt x="2553" y="0"/>
                    <a:pt x="1976" y="0"/>
                  </a:cubicBezTo>
                  <a:cubicBezTo>
                    <a:pt x="1398" y="0"/>
                    <a:pt x="912" y="456"/>
                    <a:pt x="912" y="1034"/>
                  </a:cubicBezTo>
                  <a:cubicBezTo>
                    <a:pt x="912" y="1399"/>
                    <a:pt x="1125" y="1733"/>
                    <a:pt x="1398" y="1915"/>
                  </a:cubicBezTo>
                  <a:cubicBezTo>
                    <a:pt x="608" y="2219"/>
                    <a:pt x="0" y="3161"/>
                    <a:pt x="0" y="4043"/>
                  </a:cubicBezTo>
                  <a:close/>
                </a:path>
              </a:pathLst>
            </a:custGeom>
            <a:noFill/>
            <a:ln cap="flat" cmpd="sng" w="9525">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0" name="Google Shape;690;p44"/>
          <p:cNvGrpSpPr/>
          <p:nvPr/>
        </p:nvGrpSpPr>
        <p:grpSpPr>
          <a:xfrm>
            <a:off x="7070828" y="1150479"/>
            <a:ext cx="1910223" cy="1829022"/>
            <a:chOff x="8120350" y="1757700"/>
            <a:chExt cx="1394425" cy="1335150"/>
          </a:xfrm>
        </p:grpSpPr>
        <p:sp>
          <p:nvSpPr>
            <p:cNvPr id="691" name="Google Shape;691;p44"/>
            <p:cNvSpPr/>
            <p:nvPr/>
          </p:nvSpPr>
          <p:spPr>
            <a:xfrm>
              <a:off x="8120350" y="1757700"/>
              <a:ext cx="1394425" cy="1335150"/>
            </a:xfrm>
            <a:custGeom>
              <a:rect b="b" l="l" r="r" t="t"/>
              <a:pathLst>
                <a:path extrusionOk="0" h="53406" w="55777">
                  <a:moveTo>
                    <a:pt x="50974" y="53406"/>
                  </a:moveTo>
                  <a:lnTo>
                    <a:pt x="4803" y="53406"/>
                  </a:lnTo>
                  <a:cubicBezTo>
                    <a:pt x="2159" y="53406"/>
                    <a:pt x="1" y="51248"/>
                    <a:pt x="1" y="48573"/>
                  </a:cubicBezTo>
                  <a:lnTo>
                    <a:pt x="1" y="4834"/>
                  </a:lnTo>
                  <a:cubicBezTo>
                    <a:pt x="1" y="2159"/>
                    <a:pt x="2159" y="1"/>
                    <a:pt x="4803" y="1"/>
                  </a:cubicBezTo>
                  <a:lnTo>
                    <a:pt x="50974" y="1"/>
                  </a:lnTo>
                  <a:cubicBezTo>
                    <a:pt x="53619" y="1"/>
                    <a:pt x="55777" y="2159"/>
                    <a:pt x="55777" y="4834"/>
                  </a:cubicBezTo>
                  <a:lnTo>
                    <a:pt x="55777" y="48573"/>
                  </a:lnTo>
                  <a:cubicBezTo>
                    <a:pt x="55777" y="51248"/>
                    <a:pt x="53619" y="53406"/>
                    <a:pt x="50974" y="53406"/>
                  </a:cubicBezTo>
                  <a:close/>
                </a:path>
              </a:pathLst>
            </a:custGeom>
            <a:gradFill>
              <a:gsLst>
                <a:gs pos="0">
                  <a:schemeClr val="accent6"/>
                </a:gs>
                <a:gs pos="100000">
                  <a:schemeClr val="accent5"/>
                </a:gs>
              </a:gsLst>
              <a:lin ang="10801400"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44"/>
            <p:cNvSpPr/>
            <p:nvPr/>
          </p:nvSpPr>
          <p:spPr>
            <a:xfrm>
              <a:off x="9430400" y="1862575"/>
              <a:ext cx="25" cy="1114775"/>
            </a:xfrm>
            <a:custGeom>
              <a:rect b="b" l="l" r="r" t="t"/>
              <a:pathLst>
                <a:path extrusionOk="0" fill="none" h="44591" w="1">
                  <a:moveTo>
                    <a:pt x="1" y="0"/>
                  </a:moveTo>
                  <a:lnTo>
                    <a:pt x="1" y="44591"/>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44"/>
            <p:cNvSpPr/>
            <p:nvPr/>
          </p:nvSpPr>
          <p:spPr>
            <a:xfrm>
              <a:off x="9430400" y="2079150"/>
              <a:ext cx="25" cy="422525"/>
            </a:xfrm>
            <a:custGeom>
              <a:rect b="b" l="l" r="r" t="t"/>
              <a:pathLst>
                <a:path extrusionOk="0" fill="none" h="16901" w="1">
                  <a:moveTo>
                    <a:pt x="1" y="0"/>
                  </a:moveTo>
                  <a:lnTo>
                    <a:pt x="1" y="16900"/>
                  </a:lnTo>
                </a:path>
              </a:pathLst>
            </a:custGeom>
            <a:noFill/>
            <a:ln cap="rnd"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44"/>
            <p:cNvSpPr/>
            <p:nvPr/>
          </p:nvSpPr>
          <p:spPr>
            <a:xfrm>
              <a:off x="8184175" y="2383850"/>
              <a:ext cx="790325" cy="310950"/>
            </a:xfrm>
            <a:custGeom>
              <a:rect b="b" l="l" r="r" t="t"/>
              <a:pathLst>
                <a:path extrusionOk="0" h="12438" w="31613">
                  <a:moveTo>
                    <a:pt x="2189" y="1"/>
                  </a:moveTo>
                  <a:cubicBezTo>
                    <a:pt x="973" y="1"/>
                    <a:pt x="1" y="1004"/>
                    <a:pt x="1" y="2220"/>
                  </a:cubicBezTo>
                  <a:lnTo>
                    <a:pt x="1" y="8998"/>
                  </a:lnTo>
                  <a:cubicBezTo>
                    <a:pt x="1" y="10214"/>
                    <a:pt x="973" y="11186"/>
                    <a:pt x="2189" y="11186"/>
                  </a:cubicBezTo>
                  <a:lnTo>
                    <a:pt x="3192" y="11186"/>
                  </a:lnTo>
                  <a:cubicBezTo>
                    <a:pt x="3253" y="11582"/>
                    <a:pt x="3192" y="11977"/>
                    <a:pt x="3010" y="12311"/>
                  </a:cubicBezTo>
                  <a:cubicBezTo>
                    <a:pt x="3010" y="12341"/>
                    <a:pt x="3010" y="12402"/>
                    <a:pt x="3010" y="12402"/>
                  </a:cubicBezTo>
                  <a:cubicBezTo>
                    <a:pt x="3040" y="12433"/>
                    <a:pt x="3071" y="12433"/>
                    <a:pt x="3071" y="12433"/>
                  </a:cubicBezTo>
                  <a:cubicBezTo>
                    <a:pt x="3114" y="12436"/>
                    <a:pt x="3156" y="12437"/>
                    <a:pt x="3199" y="12437"/>
                  </a:cubicBezTo>
                  <a:cubicBezTo>
                    <a:pt x="3575" y="12437"/>
                    <a:pt x="3925" y="12317"/>
                    <a:pt x="4226" y="12098"/>
                  </a:cubicBezTo>
                  <a:cubicBezTo>
                    <a:pt x="4499" y="11855"/>
                    <a:pt x="4682" y="11551"/>
                    <a:pt x="4773" y="11186"/>
                  </a:cubicBezTo>
                  <a:lnTo>
                    <a:pt x="29393" y="11186"/>
                  </a:lnTo>
                  <a:cubicBezTo>
                    <a:pt x="30609" y="11186"/>
                    <a:pt x="31612" y="10214"/>
                    <a:pt x="31612" y="8998"/>
                  </a:cubicBezTo>
                  <a:lnTo>
                    <a:pt x="31612" y="2220"/>
                  </a:lnTo>
                  <a:cubicBezTo>
                    <a:pt x="31612" y="1004"/>
                    <a:pt x="30609" y="1"/>
                    <a:pt x="29393" y="1"/>
                  </a:cubicBezTo>
                  <a:close/>
                </a:path>
              </a:pathLst>
            </a:cu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44"/>
            <p:cNvSpPr/>
            <p:nvPr/>
          </p:nvSpPr>
          <p:spPr>
            <a:xfrm>
              <a:off x="8278400" y="2465175"/>
              <a:ext cx="618575" cy="25"/>
            </a:xfrm>
            <a:custGeom>
              <a:rect b="b" l="l" r="r" t="t"/>
              <a:pathLst>
                <a:path extrusionOk="0" fill="none" h="1" w="24743">
                  <a:moveTo>
                    <a:pt x="1" y="0"/>
                  </a:moveTo>
                  <a:lnTo>
                    <a:pt x="24743" y="0"/>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44"/>
            <p:cNvSpPr/>
            <p:nvPr/>
          </p:nvSpPr>
          <p:spPr>
            <a:xfrm>
              <a:off x="8278400" y="2525200"/>
              <a:ext cx="618575" cy="25"/>
            </a:xfrm>
            <a:custGeom>
              <a:rect b="b" l="l" r="r" t="t"/>
              <a:pathLst>
                <a:path extrusionOk="0" fill="none" h="1" w="24743">
                  <a:moveTo>
                    <a:pt x="1" y="0"/>
                  </a:moveTo>
                  <a:lnTo>
                    <a:pt x="24743" y="0"/>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44"/>
            <p:cNvSpPr/>
            <p:nvPr/>
          </p:nvSpPr>
          <p:spPr>
            <a:xfrm>
              <a:off x="8278400" y="2585225"/>
              <a:ext cx="473450" cy="25"/>
            </a:xfrm>
            <a:custGeom>
              <a:rect b="b" l="l" r="r" t="t"/>
              <a:pathLst>
                <a:path extrusionOk="0" fill="none" h="1" w="18938">
                  <a:moveTo>
                    <a:pt x="1" y="1"/>
                  </a:moveTo>
                  <a:lnTo>
                    <a:pt x="18937" y="1"/>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44"/>
            <p:cNvSpPr/>
            <p:nvPr/>
          </p:nvSpPr>
          <p:spPr>
            <a:xfrm>
              <a:off x="8476750" y="1880050"/>
              <a:ext cx="872375" cy="468875"/>
            </a:xfrm>
            <a:custGeom>
              <a:rect b="b" l="l" r="r" t="t"/>
              <a:pathLst>
                <a:path extrusionOk="0" fill="none" h="18755" w="34895">
                  <a:moveTo>
                    <a:pt x="32463" y="1"/>
                  </a:moveTo>
                  <a:lnTo>
                    <a:pt x="2401" y="1"/>
                  </a:lnTo>
                  <a:cubicBezTo>
                    <a:pt x="1064" y="1"/>
                    <a:pt x="0" y="1064"/>
                    <a:pt x="0" y="2402"/>
                  </a:cubicBezTo>
                  <a:lnTo>
                    <a:pt x="0" y="15077"/>
                  </a:lnTo>
                  <a:cubicBezTo>
                    <a:pt x="0" y="16414"/>
                    <a:pt x="1064" y="17478"/>
                    <a:pt x="2401" y="17478"/>
                  </a:cubicBezTo>
                  <a:lnTo>
                    <a:pt x="29362" y="17478"/>
                  </a:lnTo>
                  <a:cubicBezTo>
                    <a:pt x="29454" y="17812"/>
                    <a:pt x="29666" y="18147"/>
                    <a:pt x="29940" y="18360"/>
                  </a:cubicBezTo>
                  <a:cubicBezTo>
                    <a:pt x="30244" y="18603"/>
                    <a:pt x="30669" y="18755"/>
                    <a:pt x="31065" y="18724"/>
                  </a:cubicBezTo>
                  <a:cubicBezTo>
                    <a:pt x="31095" y="18724"/>
                    <a:pt x="31125" y="18694"/>
                    <a:pt x="31125" y="18694"/>
                  </a:cubicBezTo>
                  <a:cubicBezTo>
                    <a:pt x="31156" y="18663"/>
                    <a:pt x="31125" y="18633"/>
                    <a:pt x="31125" y="18603"/>
                  </a:cubicBezTo>
                  <a:cubicBezTo>
                    <a:pt x="30973" y="18238"/>
                    <a:pt x="30913" y="17873"/>
                    <a:pt x="30943" y="17478"/>
                  </a:cubicBezTo>
                  <a:lnTo>
                    <a:pt x="32463" y="17478"/>
                  </a:lnTo>
                  <a:cubicBezTo>
                    <a:pt x="33800" y="17478"/>
                    <a:pt x="34894" y="16414"/>
                    <a:pt x="34894" y="15077"/>
                  </a:cubicBezTo>
                  <a:lnTo>
                    <a:pt x="34894" y="2402"/>
                  </a:lnTo>
                  <a:cubicBezTo>
                    <a:pt x="34894" y="1064"/>
                    <a:pt x="33800" y="1"/>
                    <a:pt x="32463" y="1"/>
                  </a:cubicBezTo>
                  <a:close/>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44"/>
            <p:cNvSpPr/>
            <p:nvPr/>
          </p:nvSpPr>
          <p:spPr>
            <a:xfrm>
              <a:off x="8723700" y="1937050"/>
              <a:ext cx="573000" cy="327525"/>
            </a:xfrm>
            <a:custGeom>
              <a:rect b="b" l="l" r="r" t="t"/>
              <a:pathLst>
                <a:path extrusionOk="0" h="13101" w="22920">
                  <a:moveTo>
                    <a:pt x="1" y="0"/>
                  </a:moveTo>
                  <a:lnTo>
                    <a:pt x="22919" y="0"/>
                  </a:lnTo>
                  <a:lnTo>
                    <a:pt x="22919" y="13101"/>
                  </a:lnTo>
                  <a:lnTo>
                    <a:pt x="1" y="13101"/>
                  </a:lnTo>
                  <a:close/>
                </a:path>
              </a:pathLst>
            </a:cu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44"/>
            <p:cNvSpPr/>
            <p:nvPr/>
          </p:nvSpPr>
          <p:spPr>
            <a:xfrm>
              <a:off x="8476750" y="2731125"/>
              <a:ext cx="872375" cy="246350"/>
            </a:xfrm>
            <a:custGeom>
              <a:rect b="b" l="l" r="r" t="t"/>
              <a:pathLst>
                <a:path extrusionOk="0" h="9854" w="34895">
                  <a:moveTo>
                    <a:pt x="2401" y="1"/>
                  </a:moveTo>
                  <a:cubicBezTo>
                    <a:pt x="1064" y="1"/>
                    <a:pt x="0" y="1064"/>
                    <a:pt x="0" y="2402"/>
                  </a:cubicBezTo>
                  <a:lnTo>
                    <a:pt x="0" y="6232"/>
                  </a:lnTo>
                  <a:cubicBezTo>
                    <a:pt x="0" y="7539"/>
                    <a:pt x="1064" y="8633"/>
                    <a:pt x="2401" y="8633"/>
                  </a:cubicBezTo>
                  <a:lnTo>
                    <a:pt x="29362" y="8633"/>
                  </a:lnTo>
                  <a:cubicBezTo>
                    <a:pt x="29454" y="8967"/>
                    <a:pt x="29666" y="9302"/>
                    <a:pt x="29940" y="9514"/>
                  </a:cubicBezTo>
                  <a:cubicBezTo>
                    <a:pt x="30213" y="9733"/>
                    <a:pt x="30585" y="9853"/>
                    <a:pt x="30944" y="9853"/>
                  </a:cubicBezTo>
                  <a:cubicBezTo>
                    <a:pt x="30984" y="9853"/>
                    <a:pt x="31025" y="9852"/>
                    <a:pt x="31065" y="9849"/>
                  </a:cubicBezTo>
                  <a:lnTo>
                    <a:pt x="31125" y="9849"/>
                  </a:lnTo>
                  <a:cubicBezTo>
                    <a:pt x="31156" y="9818"/>
                    <a:pt x="31125" y="9788"/>
                    <a:pt x="31125" y="9758"/>
                  </a:cubicBezTo>
                  <a:cubicBezTo>
                    <a:pt x="30973" y="9393"/>
                    <a:pt x="30913" y="8998"/>
                    <a:pt x="30943" y="8633"/>
                  </a:cubicBezTo>
                  <a:lnTo>
                    <a:pt x="32463" y="8633"/>
                  </a:lnTo>
                  <a:cubicBezTo>
                    <a:pt x="33800" y="8633"/>
                    <a:pt x="34894" y="7539"/>
                    <a:pt x="34894" y="6232"/>
                  </a:cubicBezTo>
                  <a:lnTo>
                    <a:pt x="34894" y="2402"/>
                  </a:lnTo>
                  <a:cubicBezTo>
                    <a:pt x="34894" y="1064"/>
                    <a:pt x="33800" y="1"/>
                    <a:pt x="32463" y="1"/>
                  </a:cubicBezTo>
                  <a:close/>
                </a:path>
              </a:pathLst>
            </a:cu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44"/>
            <p:cNvSpPr/>
            <p:nvPr/>
          </p:nvSpPr>
          <p:spPr>
            <a:xfrm>
              <a:off x="8538300" y="2810150"/>
              <a:ext cx="759900" cy="25"/>
            </a:xfrm>
            <a:custGeom>
              <a:rect b="b" l="l" r="r" t="t"/>
              <a:pathLst>
                <a:path extrusionOk="0" fill="none" h="1" w="30396">
                  <a:moveTo>
                    <a:pt x="0" y="1"/>
                  </a:moveTo>
                  <a:lnTo>
                    <a:pt x="30396" y="1"/>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44"/>
            <p:cNvSpPr/>
            <p:nvPr/>
          </p:nvSpPr>
          <p:spPr>
            <a:xfrm>
              <a:off x="8538300" y="2870200"/>
              <a:ext cx="572225" cy="25"/>
            </a:xfrm>
            <a:custGeom>
              <a:rect b="b" l="l" r="r" t="t"/>
              <a:pathLst>
                <a:path extrusionOk="0" fill="none" h="1" w="22889">
                  <a:moveTo>
                    <a:pt x="0" y="0"/>
                  </a:moveTo>
                  <a:lnTo>
                    <a:pt x="22888" y="0"/>
                  </a:lnTo>
                </a:path>
              </a:pathLst>
            </a:custGeom>
            <a:noFill/>
            <a:ln cap="flat" cmpd="sng" w="9525">
              <a:solidFill>
                <a:schemeClr val="l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45"/>
          <p:cNvSpPr txBox="1"/>
          <p:nvPr>
            <p:ph type="title"/>
          </p:nvPr>
        </p:nvSpPr>
        <p:spPr>
          <a:xfrm>
            <a:off x="764450" y="432595"/>
            <a:ext cx="7717500" cy="3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DIFFERENT LEVELS OF NLP</a:t>
            </a:r>
            <a:endParaRPr/>
          </a:p>
        </p:txBody>
      </p:sp>
      <p:pic>
        <p:nvPicPr>
          <p:cNvPr id="708" name="Google Shape;708;p45"/>
          <p:cNvPicPr preferRelativeResize="0"/>
          <p:nvPr/>
        </p:nvPicPr>
        <p:blipFill>
          <a:blip r:embed="rId3">
            <a:alphaModFix/>
          </a:blip>
          <a:stretch>
            <a:fillRect/>
          </a:stretch>
        </p:blipFill>
        <p:spPr>
          <a:xfrm>
            <a:off x="1226575" y="946475"/>
            <a:ext cx="6690857" cy="3953050"/>
          </a:xfrm>
          <a:prstGeom prst="rect">
            <a:avLst/>
          </a:prstGeom>
          <a:noFill/>
          <a:ln>
            <a:noFill/>
          </a:ln>
        </p:spPr>
      </p:pic>
      <p:sp>
        <p:nvSpPr>
          <p:cNvPr id="709" name="Google Shape;709;p45"/>
          <p:cNvSpPr txBox="1"/>
          <p:nvPr/>
        </p:nvSpPr>
        <p:spPr>
          <a:xfrm>
            <a:off x="568200" y="4789500"/>
            <a:ext cx="8575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latin typeface="Quicksand"/>
                <a:ea typeface="Quicksand"/>
                <a:cs typeface="Quicksand"/>
                <a:sym typeface="Quicksand"/>
              </a:rPr>
              <a:t>Source: https://datascience.foundation/sciencewhitepaper/natural-language-processing-nlp-simplified-a-step-by-step-guide</a:t>
            </a:r>
            <a:endParaRPr sz="1100">
              <a:latin typeface="Quicksand"/>
              <a:ea typeface="Quicksand"/>
              <a:cs typeface="Quicksand"/>
              <a:sym typeface="Quicksa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46"/>
          <p:cNvSpPr txBox="1"/>
          <p:nvPr>
            <p:ph idx="1" type="subTitle"/>
          </p:nvPr>
        </p:nvSpPr>
        <p:spPr>
          <a:xfrm>
            <a:off x="299500" y="693900"/>
            <a:ext cx="8343900" cy="141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900"/>
              <a:t>The Challenge - </a:t>
            </a:r>
            <a:r>
              <a:rPr lang="en" sz="1900"/>
              <a:t>Being able to ‘teach’ a machine to understand the complexities and subtleties of human language. Some things to ponder:</a:t>
            </a:r>
            <a:endParaRPr sz="1900"/>
          </a:p>
          <a:p>
            <a:pPr indent="-349250" lvl="0" marL="914400" rtl="0" algn="l">
              <a:spcBef>
                <a:spcPts val="0"/>
              </a:spcBef>
              <a:spcAft>
                <a:spcPts val="0"/>
              </a:spcAft>
              <a:buSzPts val="1900"/>
              <a:buChar char="●"/>
            </a:pPr>
            <a:r>
              <a:rPr lang="en" sz="1900"/>
              <a:t>How do you build up a representation of a sentence or paragraph or essay in a computer?</a:t>
            </a:r>
            <a:endParaRPr sz="1900"/>
          </a:p>
          <a:p>
            <a:pPr indent="-349250" lvl="0" marL="914400" rtl="0" algn="l">
              <a:spcBef>
                <a:spcPts val="0"/>
              </a:spcBef>
              <a:spcAft>
                <a:spcPts val="0"/>
              </a:spcAft>
              <a:buSzPts val="1900"/>
              <a:buChar char="●"/>
            </a:pPr>
            <a:r>
              <a:rPr lang="en" sz="1900"/>
              <a:t>Is it possible to explicitly define all the rules? What ARE the rules?</a:t>
            </a:r>
            <a:endParaRPr b="1" sz="1900"/>
          </a:p>
          <a:p>
            <a:pPr indent="0" lvl="0" marL="0" rtl="0" algn="l">
              <a:spcBef>
                <a:spcPts val="0"/>
              </a:spcBef>
              <a:spcAft>
                <a:spcPts val="0"/>
              </a:spcAft>
              <a:buNone/>
            </a:pPr>
            <a:r>
              <a:t/>
            </a:r>
            <a:endParaRPr b="1" sz="1900"/>
          </a:p>
        </p:txBody>
      </p:sp>
      <p:sp>
        <p:nvSpPr>
          <p:cNvPr id="715" name="Google Shape;715;p46"/>
          <p:cNvSpPr txBox="1"/>
          <p:nvPr>
            <p:ph type="title"/>
          </p:nvPr>
        </p:nvSpPr>
        <p:spPr>
          <a:xfrm>
            <a:off x="684263" y="201407"/>
            <a:ext cx="7717500" cy="3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WHAT MAKES NLP HARD?</a:t>
            </a:r>
            <a:endParaRPr/>
          </a:p>
        </p:txBody>
      </p:sp>
      <p:pic>
        <p:nvPicPr>
          <p:cNvPr id="716" name="Google Shape;716;p46"/>
          <p:cNvPicPr preferRelativeResize="0"/>
          <p:nvPr/>
        </p:nvPicPr>
        <p:blipFill>
          <a:blip r:embed="rId3">
            <a:alphaModFix/>
          </a:blip>
          <a:stretch>
            <a:fillRect/>
          </a:stretch>
        </p:blipFill>
        <p:spPr>
          <a:xfrm>
            <a:off x="915977" y="2414150"/>
            <a:ext cx="7312050" cy="2785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47"/>
          <p:cNvSpPr txBox="1"/>
          <p:nvPr>
            <p:ph type="title"/>
          </p:nvPr>
        </p:nvSpPr>
        <p:spPr>
          <a:xfrm>
            <a:off x="713250" y="403220"/>
            <a:ext cx="7717500" cy="3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APPLICATIONS OF NLP</a:t>
            </a:r>
            <a:endParaRPr/>
          </a:p>
        </p:txBody>
      </p:sp>
      <p:sp>
        <p:nvSpPr>
          <p:cNvPr id="722" name="Google Shape;722;p47"/>
          <p:cNvSpPr txBox="1"/>
          <p:nvPr>
            <p:ph idx="1" type="subTitle"/>
          </p:nvPr>
        </p:nvSpPr>
        <p:spPr>
          <a:xfrm>
            <a:off x="3002400" y="4800900"/>
            <a:ext cx="3139200" cy="3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Sentiment Analysis</a:t>
            </a:r>
            <a:endParaRPr b="1"/>
          </a:p>
        </p:txBody>
      </p:sp>
      <p:pic>
        <p:nvPicPr>
          <p:cNvPr id="723" name="Google Shape;723;p47"/>
          <p:cNvPicPr preferRelativeResize="0"/>
          <p:nvPr/>
        </p:nvPicPr>
        <p:blipFill rotWithShape="1">
          <a:blip r:embed="rId3">
            <a:alphaModFix/>
          </a:blip>
          <a:srcRect b="6586" l="3916" r="3713" t="6630"/>
          <a:stretch/>
        </p:blipFill>
        <p:spPr>
          <a:xfrm>
            <a:off x="1057275" y="972227"/>
            <a:ext cx="7029451" cy="3762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48"/>
          <p:cNvSpPr txBox="1"/>
          <p:nvPr>
            <p:ph type="title"/>
          </p:nvPr>
        </p:nvSpPr>
        <p:spPr>
          <a:xfrm>
            <a:off x="713250" y="403220"/>
            <a:ext cx="7717500" cy="3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APPLICATIONS OF NLP</a:t>
            </a:r>
            <a:endParaRPr/>
          </a:p>
        </p:txBody>
      </p:sp>
      <p:sp>
        <p:nvSpPr>
          <p:cNvPr id="729" name="Google Shape;729;p48"/>
          <p:cNvSpPr txBox="1"/>
          <p:nvPr>
            <p:ph idx="1" type="subTitle"/>
          </p:nvPr>
        </p:nvSpPr>
        <p:spPr>
          <a:xfrm>
            <a:off x="3002400" y="4800900"/>
            <a:ext cx="3139200" cy="3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Machine Translation</a:t>
            </a:r>
            <a:endParaRPr b="1"/>
          </a:p>
        </p:txBody>
      </p:sp>
      <p:pic>
        <p:nvPicPr>
          <p:cNvPr id="730" name="Google Shape;730;p48"/>
          <p:cNvPicPr preferRelativeResize="0"/>
          <p:nvPr/>
        </p:nvPicPr>
        <p:blipFill rotWithShape="1">
          <a:blip r:embed="rId3">
            <a:alphaModFix/>
          </a:blip>
          <a:srcRect b="25953" l="0" r="0" t="0"/>
          <a:stretch/>
        </p:blipFill>
        <p:spPr>
          <a:xfrm>
            <a:off x="499900" y="918625"/>
            <a:ext cx="8436452" cy="36131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49"/>
          <p:cNvSpPr txBox="1"/>
          <p:nvPr>
            <p:ph type="title"/>
          </p:nvPr>
        </p:nvSpPr>
        <p:spPr>
          <a:xfrm>
            <a:off x="713250" y="241295"/>
            <a:ext cx="7717500" cy="3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APPLICATIONS OF NLP</a:t>
            </a:r>
            <a:endParaRPr/>
          </a:p>
        </p:txBody>
      </p:sp>
      <p:sp>
        <p:nvSpPr>
          <p:cNvPr id="736" name="Google Shape;736;p49"/>
          <p:cNvSpPr txBox="1"/>
          <p:nvPr>
            <p:ph idx="1" type="subTitle"/>
          </p:nvPr>
        </p:nvSpPr>
        <p:spPr>
          <a:xfrm>
            <a:off x="3002400" y="4800900"/>
            <a:ext cx="3139200" cy="3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Text Completion/Suggestions</a:t>
            </a:r>
            <a:endParaRPr b="1"/>
          </a:p>
        </p:txBody>
      </p:sp>
      <p:pic>
        <p:nvPicPr>
          <p:cNvPr id="737" name="Google Shape;737;p49"/>
          <p:cNvPicPr preferRelativeResize="0"/>
          <p:nvPr/>
        </p:nvPicPr>
        <p:blipFill>
          <a:blip r:embed="rId3">
            <a:alphaModFix/>
          </a:blip>
          <a:stretch>
            <a:fillRect/>
          </a:stretch>
        </p:blipFill>
        <p:spPr>
          <a:xfrm>
            <a:off x="1573326" y="909375"/>
            <a:ext cx="5997339" cy="3748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50"/>
          <p:cNvSpPr txBox="1"/>
          <p:nvPr>
            <p:ph type="title"/>
          </p:nvPr>
        </p:nvSpPr>
        <p:spPr>
          <a:xfrm>
            <a:off x="713250" y="174620"/>
            <a:ext cx="7717500" cy="3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APPLICATIONS OF NLP</a:t>
            </a:r>
            <a:endParaRPr/>
          </a:p>
        </p:txBody>
      </p:sp>
      <p:sp>
        <p:nvSpPr>
          <p:cNvPr id="743" name="Google Shape;743;p50"/>
          <p:cNvSpPr txBox="1"/>
          <p:nvPr>
            <p:ph idx="1" type="subTitle"/>
          </p:nvPr>
        </p:nvSpPr>
        <p:spPr>
          <a:xfrm>
            <a:off x="3002400" y="4800900"/>
            <a:ext cx="3139200" cy="3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a:t>AI Chatbots for Q&amp;A</a:t>
            </a:r>
            <a:endParaRPr b="1"/>
          </a:p>
        </p:txBody>
      </p:sp>
      <p:pic>
        <p:nvPicPr>
          <p:cNvPr id="744" name="Google Shape;744;p50"/>
          <p:cNvPicPr preferRelativeResize="0"/>
          <p:nvPr/>
        </p:nvPicPr>
        <p:blipFill>
          <a:blip r:embed="rId3">
            <a:alphaModFix/>
          </a:blip>
          <a:stretch>
            <a:fillRect/>
          </a:stretch>
        </p:blipFill>
        <p:spPr>
          <a:xfrm>
            <a:off x="1550850" y="780125"/>
            <a:ext cx="6042301" cy="40207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51"/>
          <p:cNvSpPr txBox="1"/>
          <p:nvPr>
            <p:ph idx="1" type="subTitle"/>
          </p:nvPr>
        </p:nvSpPr>
        <p:spPr>
          <a:xfrm>
            <a:off x="230500" y="584825"/>
            <a:ext cx="8553600" cy="4558800"/>
          </a:xfrm>
          <a:prstGeom prst="rect">
            <a:avLst/>
          </a:prstGeom>
        </p:spPr>
        <p:txBody>
          <a:bodyPr anchorCtr="0" anchor="t" bIns="91425" lIns="91425" spcFirstLastPara="1" rIns="91425" wrap="square" tIns="91425">
            <a:noAutofit/>
          </a:bodyPr>
          <a:lstStyle/>
          <a:p>
            <a:pPr indent="-349250" lvl="0" marL="457200" rtl="0" algn="l">
              <a:lnSpc>
                <a:spcPct val="115000"/>
              </a:lnSpc>
              <a:spcBef>
                <a:spcPts val="1200"/>
              </a:spcBef>
              <a:spcAft>
                <a:spcPts val="0"/>
              </a:spcAft>
              <a:buClr>
                <a:srgbClr val="000000"/>
              </a:buClr>
              <a:buSzPts val="1900"/>
              <a:buAutoNum type="arabicPeriod"/>
            </a:pPr>
            <a:r>
              <a:rPr b="1" lang="en" sz="1900">
                <a:solidFill>
                  <a:srgbClr val="000000"/>
                </a:solidFill>
              </a:rPr>
              <a:t>Exploratory Data Analysis</a:t>
            </a:r>
            <a:r>
              <a:rPr lang="en" sz="1900">
                <a:solidFill>
                  <a:srgbClr val="000000"/>
                </a:solidFill>
              </a:rPr>
              <a:t> (e.g. Frequency Distribution, Word Clouds)</a:t>
            </a:r>
            <a:endParaRPr sz="1900">
              <a:solidFill>
                <a:srgbClr val="000000"/>
              </a:solidFill>
            </a:endParaRPr>
          </a:p>
          <a:p>
            <a:pPr indent="-349250" lvl="0" marL="914400" rtl="0" algn="l">
              <a:lnSpc>
                <a:spcPct val="115000"/>
              </a:lnSpc>
              <a:spcBef>
                <a:spcPts val="0"/>
              </a:spcBef>
              <a:spcAft>
                <a:spcPts val="0"/>
              </a:spcAft>
              <a:buClr>
                <a:srgbClr val="000000"/>
              </a:buClr>
              <a:buSzPts val="1900"/>
              <a:buChar char="●"/>
            </a:pPr>
            <a:r>
              <a:rPr lang="en" sz="1900">
                <a:solidFill>
                  <a:srgbClr val="000000"/>
                </a:solidFill>
              </a:rPr>
              <a:t>Understand the dataset, do visualizations, form hypotheses etc.</a:t>
            </a:r>
            <a:endParaRPr sz="1900">
              <a:solidFill>
                <a:srgbClr val="000000"/>
              </a:solidFill>
            </a:endParaRPr>
          </a:p>
          <a:p>
            <a:pPr indent="-349250" lvl="0" marL="457200" rtl="0" algn="l">
              <a:lnSpc>
                <a:spcPct val="115000"/>
              </a:lnSpc>
              <a:spcBef>
                <a:spcPts val="0"/>
              </a:spcBef>
              <a:spcAft>
                <a:spcPts val="0"/>
              </a:spcAft>
              <a:buClr>
                <a:srgbClr val="000000"/>
              </a:buClr>
              <a:buSzPts val="1900"/>
              <a:buAutoNum type="arabicPeriod"/>
            </a:pPr>
            <a:r>
              <a:rPr b="1" lang="en" sz="1900">
                <a:solidFill>
                  <a:srgbClr val="000000"/>
                </a:solidFill>
              </a:rPr>
              <a:t>Data Preprocessing </a:t>
            </a:r>
            <a:r>
              <a:rPr lang="en" sz="1900">
                <a:solidFill>
                  <a:srgbClr val="000000"/>
                </a:solidFill>
              </a:rPr>
              <a:t>(e.g. Lemmatization, Tokenization, Expanding Contractions, Removing Stop Words)</a:t>
            </a:r>
            <a:endParaRPr sz="1900">
              <a:solidFill>
                <a:srgbClr val="000000"/>
              </a:solidFill>
            </a:endParaRPr>
          </a:p>
          <a:p>
            <a:pPr indent="-349250" lvl="0" marL="914400" rtl="0" algn="l">
              <a:lnSpc>
                <a:spcPct val="115000"/>
              </a:lnSpc>
              <a:spcBef>
                <a:spcPts val="0"/>
              </a:spcBef>
              <a:spcAft>
                <a:spcPts val="0"/>
              </a:spcAft>
              <a:buClr>
                <a:srgbClr val="000000"/>
              </a:buClr>
              <a:buSzPts val="1900"/>
              <a:buChar char="●"/>
            </a:pPr>
            <a:r>
              <a:rPr lang="en" sz="1900">
                <a:solidFill>
                  <a:srgbClr val="000000"/>
                </a:solidFill>
              </a:rPr>
              <a:t>Why need to preprocess? Convert raw input data into more useful/understandable form for machines</a:t>
            </a:r>
            <a:endParaRPr sz="1900">
              <a:solidFill>
                <a:srgbClr val="000000"/>
              </a:solidFill>
            </a:endParaRPr>
          </a:p>
          <a:p>
            <a:pPr indent="-349250" lvl="0" marL="914400" rtl="0" algn="l">
              <a:lnSpc>
                <a:spcPct val="115000"/>
              </a:lnSpc>
              <a:spcBef>
                <a:spcPts val="0"/>
              </a:spcBef>
              <a:spcAft>
                <a:spcPts val="0"/>
              </a:spcAft>
              <a:buClr>
                <a:srgbClr val="000000"/>
              </a:buClr>
              <a:buSzPts val="1900"/>
              <a:buChar char="●"/>
            </a:pPr>
            <a:r>
              <a:rPr lang="en" sz="1900">
                <a:solidFill>
                  <a:srgbClr val="000000"/>
                </a:solidFill>
              </a:rPr>
              <a:t>Reduce noise in data</a:t>
            </a:r>
            <a:endParaRPr sz="1900">
              <a:solidFill>
                <a:srgbClr val="000000"/>
              </a:solidFill>
            </a:endParaRPr>
          </a:p>
          <a:p>
            <a:pPr indent="-349250" lvl="0" marL="914400" rtl="0" algn="l">
              <a:lnSpc>
                <a:spcPct val="115000"/>
              </a:lnSpc>
              <a:spcBef>
                <a:spcPts val="0"/>
              </a:spcBef>
              <a:spcAft>
                <a:spcPts val="0"/>
              </a:spcAft>
              <a:buClr>
                <a:srgbClr val="000000"/>
              </a:buClr>
              <a:buSzPts val="1900"/>
              <a:buChar char="●"/>
            </a:pPr>
            <a:r>
              <a:rPr b="1" lang="en" sz="1900">
                <a:solidFill>
                  <a:srgbClr val="000000"/>
                </a:solidFill>
              </a:rPr>
              <a:t>Warning</a:t>
            </a:r>
            <a:r>
              <a:rPr lang="en" sz="1900">
                <a:solidFill>
                  <a:srgbClr val="000000"/>
                </a:solidFill>
              </a:rPr>
              <a:t>: </a:t>
            </a:r>
            <a:r>
              <a:rPr lang="en" sz="1900">
                <a:solidFill>
                  <a:srgbClr val="000000"/>
                </a:solidFill>
              </a:rPr>
              <a:t>which </a:t>
            </a:r>
            <a:r>
              <a:rPr lang="en" sz="1900">
                <a:solidFill>
                  <a:srgbClr val="000000"/>
                </a:solidFill>
              </a:rPr>
              <a:t>preprocessing methods to use is debatable</a:t>
            </a:r>
            <a:endParaRPr sz="1900">
              <a:solidFill>
                <a:srgbClr val="000000"/>
              </a:solidFill>
            </a:endParaRPr>
          </a:p>
          <a:p>
            <a:pPr indent="-349250" lvl="0" marL="457200" rtl="0" algn="l">
              <a:lnSpc>
                <a:spcPct val="115000"/>
              </a:lnSpc>
              <a:spcBef>
                <a:spcPts val="0"/>
              </a:spcBef>
              <a:spcAft>
                <a:spcPts val="0"/>
              </a:spcAft>
              <a:buClr>
                <a:srgbClr val="000000"/>
              </a:buClr>
              <a:buSzPts val="1900"/>
              <a:buAutoNum type="arabicPeriod"/>
            </a:pPr>
            <a:r>
              <a:rPr b="1" lang="en" sz="1900">
                <a:solidFill>
                  <a:srgbClr val="000000"/>
                </a:solidFill>
              </a:rPr>
              <a:t>Feature Engineering</a:t>
            </a:r>
            <a:r>
              <a:rPr lang="en" sz="1900">
                <a:solidFill>
                  <a:srgbClr val="000000"/>
                </a:solidFill>
              </a:rPr>
              <a:t> (e.g. Parts of Speech tagging, N-grams, TF-IDF)</a:t>
            </a:r>
            <a:endParaRPr sz="1900">
              <a:solidFill>
                <a:srgbClr val="000000"/>
              </a:solidFill>
            </a:endParaRPr>
          </a:p>
          <a:p>
            <a:pPr indent="-349250" lvl="0" marL="914400" rtl="0" algn="l">
              <a:lnSpc>
                <a:spcPct val="115000"/>
              </a:lnSpc>
              <a:spcBef>
                <a:spcPts val="0"/>
              </a:spcBef>
              <a:spcAft>
                <a:spcPts val="0"/>
              </a:spcAft>
              <a:buClr>
                <a:srgbClr val="000000"/>
              </a:buClr>
              <a:buSzPts val="1900"/>
              <a:buChar char="●"/>
            </a:pPr>
            <a:r>
              <a:rPr lang="en" sz="1900">
                <a:solidFill>
                  <a:srgbClr val="000000"/>
                </a:solidFill>
              </a:rPr>
              <a:t>Less important for deep learning methods</a:t>
            </a:r>
            <a:endParaRPr sz="1900">
              <a:solidFill>
                <a:srgbClr val="000000"/>
              </a:solidFill>
            </a:endParaRPr>
          </a:p>
          <a:p>
            <a:pPr indent="-349250" lvl="0" marL="457200" rtl="0" algn="l">
              <a:lnSpc>
                <a:spcPct val="115000"/>
              </a:lnSpc>
              <a:spcBef>
                <a:spcPts val="0"/>
              </a:spcBef>
              <a:spcAft>
                <a:spcPts val="0"/>
              </a:spcAft>
              <a:buClr>
                <a:srgbClr val="000000"/>
              </a:buClr>
              <a:buSzPts val="1900"/>
              <a:buAutoNum type="arabicPeriod"/>
            </a:pPr>
            <a:r>
              <a:rPr b="1" lang="en" sz="1900">
                <a:solidFill>
                  <a:srgbClr val="000000"/>
                </a:solidFill>
              </a:rPr>
              <a:t>Model Training</a:t>
            </a:r>
            <a:endParaRPr b="1" sz="1900">
              <a:solidFill>
                <a:srgbClr val="000000"/>
              </a:solidFill>
            </a:endParaRPr>
          </a:p>
          <a:p>
            <a:pPr indent="-349250" lvl="0" marL="457200" rtl="0" algn="l">
              <a:lnSpc>
                <a:spcPct val="115000"/>
              </a:lnSpc>
              <a:spcBef>
                <a:spcPts val="0"/>
              </a:spcBef>
              <a:spcAft>
                <a:spcPts val="0"/>
              </a:spcAft>
              <a:buClr>
                <a:srgbClr val="000000"/>
              </a:buClr>
              <a:buSzPts val="1900"/>
              <a:buAutoNum type="arabicPeriod"/>
            </a:pPr>
            <a:r>
              <a:rPr b="1" lang="en" sz="1900">
                <a:solidFill>
                  <a:srgbClr val="000000"/>
                </a:solidFill>
              </a:rPr>
              <a:t>Model Evaluation</a:t>
            </a:r>
            <a:endParaRPr b="1" sz="1900">
              <a:solidFill>
                <a:srgbClr val="000000"/>
              </a:solidFill>
            </a:endParaRPr>
          </a:p>
          <a:p>
            <a:pPr indent="-349250" lvl="0" marL="914400" rtl="0" algn="l">
              <a:lnSpc>
                <a:spcPct val="115000"/>
              </a:lnSpc>
              <a:spcBef>
                <a:spcPts val="0"/>
              </a:spcBef>
              <a:spcAft>
                <a:spcPts val="0"/>
              </a:spcAft>
              <a:buClr>
                <a:srgbClr val="000000"/>
              </a:buClr>
              <a:buSzPts val="1900"/>
              <a:buChar char="●"/>
            </a:pPr>
            <a:r>
              <a:rPr lang="en" sz="1900">
                <a:solidFill>
                  <a:srgbClr val="000000"/>
                </a:solidFill>
              </a:rPr>
              <a:t>Need to have quantifiable performance metrics</a:t>
            </a:r>
            <a:endParaRPr sz="1900">
              <a:solidFill>
                <a:srgbClr val="000000"/>
              </a:solidFill>
            </a:endParaRPr>
          </a:p>
          <a:p>
            <a:pPr indent="-349250" lvl="0" marL="914400" rtl="0" algn="l">
              <a:lnSpc>
                <a:spcPct val="115000"/>
              </a:lnSpc>
              <a:spcBef>
                <a:spcPts val="0"/>
              </a:spcBef>
              <a:spcAft>
                <a:spcPts val="0"/>
              </a:spcAft>
              <a:buClr>
                <a:srgbClr val="000000"/>
              </a:buClr>
              <a:buSzPts val="1900"/>
              <a:buChar char="●"/>
            </a:pPr>
            <a:r>
              <a:rPr lang="en" sz="1900">
                <a:solidFill>
                  <a:srgbClr val="000000"/>
                </a:solidFill>
              </a:rPr>
              <a:t>Error analysis → make changes to model/data</a:t>
            </a:r>
            <a:endParaRPr sz="1900">
              <a:solidFill>
                <a:srgbClr val="000000"/>
              </a:solidFill>
            </a:endParaRPr>
          </a:p>
        </p:txBody>
      </p:sp>
      <p:sp>
        <p:nvSpPr>
          <p:cNvPr id="750" name="Google Shape;750;p51"/>
          <p:cNvSpPr txBox="1"/>
          <p:nvPr>
            <p:ph type="title"/>
          </p:nvPr>
        </p:nvSpPr>
        <p:spPr>
          <a:xfrm>
            <a:off x="713250" y="82327"/>
            <a:ext cx="7717500" cy="555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GENERAL WORKFLOW FOR NLP</a:t>
            </a:r>
            <a:endParaRPr/>
          </a:p>
          <a:p>
            <a:pPr indent="0" lvl="0" marL="0" rtl="0" algn="ctr">
              <a:spcBef>
                <a:spcPts val="0"/>
              </a:spcBef>
              <a:spcAft>
                <a:spcPts val="0"/>
              </a:spcAft>
              <a:buNone/>
            </a:pPr>
            <a:r>
              <a:t/>
            </a:r>
            <a:endParaRPr/>
          </a:p>
        </p:txBody>
      </p:sp>
      <p:grpSp>
        <p:nvGrpSpPr>
          <p:cNvPr id="751" name="Google Shape;751;p51"/>
          <p:cNvGrpSpPr/>
          <p:nvPr/>
        </p:nvGrpSpPr>
        <p:grpSpPr>
          <a:xfrm rot="-608266">
            <a:off x="615603" y="252146"/>
            <a:ext cx="692367" cy="692431"/>
            <a:chOff x="4231275" y="1599750"/>
            <a:chExt cx="692428" cy="692493"/>
          </a:xfrm>
        </p:grpSpPr>
        <p:sp>
          <p:nvSpPr>
            <p:cNvPr id="752" name="Google Shape;752;p51"/>
            <p:cNvSpPr/>
            <p:nvPr/>
          </p:nvSpPr>
          <p:spPr>
            <a:xfrm>
              <a:off x="4231275" y="1599750"/>
              <a:ext cx="692428" cy="692493"/>
            </a:xfrm>
            <a:custGeom>
              <a:rect b="b" l="l" r="r" t="t"/>
              <a:pathLst>
                <a:path extrusionOk="0" fill="none" h="8178" w="8177">
                  <a:moveTo>
                    <a:pt x="7721" y="3223"/>
                  </a:moveTo>
                  <a:cubicBezTo>
                    <a:pt x="8177" y="5229"/>
                    <a:pt x="6961" y="7235"/>
                    <a:pt x="4955" y="7721"/>
                  </a:cubicBezTo>
                  <a:cubicBezTo>
                    <a:pt x="2949" y="8177"/>
                    <a:pt x="943" y="6961"/>
                    <a:pt x="487" y="4955"/>
                  </a:cubicBezTo>
                  <a:cubicBezTo>
                    <a:pt x="0" y="2949"/>
                    <a:pt x="1247" y="943"/>
                    <a:pt x="3222" y="457"/>
                  </a:cubicBezTo>
                  <a:cubicBezTo>
                    <a:pt x="5229" y="1"/>
                    <a:pt x="7235" y="1247"/>
                    <a:pt x="7721" y="3223"/>
                  </a:cubicBezTo>
                  <a:close/>
                </a:path>
              </a:pathLst>
            </a:custGeom>
            <a:noFill/>
            <a:ln cap="flat" cmpd="sng" w="9525">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51"/>
            <p:cNvSpPr/>
            <p:nvPr/>
          </p:nvSpPr>
          <p:spPr>
            <a:xfrm>
              <a:off x="4411473" y="1759369"/>
              <a:ext cx="332115" cy="342351"/>
            </a:xfrm>
            <a:custGeom>
              <a:rect b="b" l="l" r="r" t="t"/>
              <a:pathLst>
                <a:path extrusionOk="0" fill="none" h="4043" w="3922">
                  <a:moveTo>
                    <a:pt x="3921" y="4043"/>
                  </a:moveTo>
                  <a:cubicBezTo>
                    <a:pt x="3921" y="3161"/>
                    <a:pt x="3344" y="2219"/>
                    <a:pt x="2523" y="1915"/>
                  </a:cubicBezTo>
                  <a:cubicBezTo>
                    <a:pt x="2827" y="1733"/>
                    <a:pt x="3009" y="1399"/>
                    <a:pt x="3009" y="1034"/>
                  </a:cubicBezTo>
                  <a:cubicBezTo>
                    <a:pt x="3009" y="456"/>
                    <a:pt x="2553" y="0"/>
                    <a:pt x="1976" y="0"/>
                  </a:cubicBezTo>
                  <a:cubicBezTo>
                    <a:pt x="1398" y="0"/>
                    <a:pt x="912" y="456"/>
                    <a:pt x="912" y="1034"/>
                  </a:cubicBezTo>
                  <a:cubicBezTo>
                    <a:pt x="912" y="1399"/>
                    <a:pt x="1125" y="1733"/>
                    <a:pt x="1398" y="1915"/>
                  </a:cubicBezTo>
                  <a:cubicBezTo>
                    <a:pt x="608" y="2219"/>
                    <a:pt x="0" y="3161"/>
                    <a:pt x="0" y="4043"/>
                  </a:cubicBezTo>
                  <a:close/>
                </a:path>
              </a:pathLst>
            </a:custGeom>
            <a:noFill/>
            <a:ln cap="flat" cmpd="sng" w="9525">
              <a:solidFill>
                <a:schemeClr val="accent5"/>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52"/>
          <p:cNvSpPr/>
          <p:nvPr/>
        </p:nvSpPr>
        <p:spPr>
          <a:xfrm>
            <a:off x="3505600" y="713225"/>
            <a:ext cx="2132787" cy="2132787"/>
          </a:xfrm>
          <a:custGeom>
            <a:rect b="b" l="l" r="r" t="t"/>
            <a:pathLst>
              <a:path extrusionOk="0" h="16384" w="16384">
                <a:moveTo>
                  <a:pt x="5198" y="16384"/>
                </a:moveTo>
                <a:cubicBezTo>
                  <a:pt x="2341" y="16384"/>
                  <a:pt x="1" y="14043"/>
                  <a:pt x="1" y="11186"/>
                </a:cubicBezTo>
                <a:lnTo>
                  <a:pt x="1" y="5198"/>
                </a:lnTo>
                <a:cubicBezTo>
                  <a:pt x="1" y="2341"/>
                  <a:pt x="2341" y="1"/>
                  <a:pt x="5198" y="1"/>
                </a:cubicBezTo>
                <a:lnTo>
                  <a:pt x="11186" y="1"/>
                </a:lnTo>
                <a:cubicBezTo>
                  <a:pt x="14043" y="1"/>
                  <a:pt x="16384" y="2341"/>
                  <a:pt x="16384" y="5198"/>
                </a:cubicBezTo>
                <a:lnTo>
                  <a:pt x="16384" y="11186"/>
                </a:lnTo>
                <a:cubicBezTo>
                  <a:pt x="16384" y="14043"/>
                  <a:pt x="14043" y="16384"/>
                  <a:pt x="11186" y="16384"/>
                </a:cubicBezTo>
                <a:close/>
              </a:path>
            </a:pathLst>
          </a:custGeom>
          <a:gradFill>
            <a:gsLst>
              <a:gs pos="0">
                <a:schemeClr val="accent2"/>
              </a:gs>
              <a:gs pos="100000">
                <a:schemeClr val="accent3"/>
              </a:gs>
            </a:gsLst>
            <a:lin ang="80993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52"/>
          <p:cNvSpPr txBox="1"/>
          <p:nvPr>
            <p:ph type="title"/>
          </p:nvPr>
        </p:nvSpPr>
        <p:spPr>
          <a:xfrm>
            <a:off x="1146900" y="3068936"/>
            <a:ext cx="68502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Pre-Processing</a:t>
            </a:r>
            <a:endParaRPr/>
          </a:p>
        </p:txBody>
      </p:sp>
      <p:sp>
        <p:nvSpPr>
          <p:cNvPr id="760" name="Google Shape;760;p52"/>
          <p:cNvSpPr txBox="1"/>
          <p:nvPr>
            <p:ph idx="2" type="title"/>
          </p:nvPr>
        </p:nvSpPr>
        <p:spPr>
          <a:xfrm>
            <a:off x="3140400" y="925223"/>
            <a:ext cx="2863200" cy="170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761" name="Google Shape;761;p52"/>
          <p:cNvSpPr txBox="1"/>
          <p:nvPr>
            <p:ph idx="1" type="subTitle"/>
          </p:nvPr>
        </p:nvSpPr>
        <p:spPr>
          <a:xfrm>
            <a:off x="1693800" y="4128264"/>
            <a:ext cx="5756400" cy="623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p>
        </p:txBody>
      </p:sp>
      <p:grpSp>
        <p:nvGrpSpPr>
          <p:cNvPr id="762" name="Google Shape;762;p52"/>
          <p:cNvGrpSpPr/>
          <p:nvPr/>
        </p:nvGrpSpPr>
        <p:grpSpPr>
          <a:xfrm>
            <a:off x="1414861" y="1148703"/>
            <a:ext cx="709302" cy="709356"/>
            <a:chOff x="1074511" y="925228"/>
            <a:chExt cx="709302" cy="709356"/>
          </a:xfrm>
        </p:grpSpPr>
        <p:sp>
          <p:nvSpPr>
            <p:cNvPr id="763" name="Google Shape;763;p52"/>
            <p:cNvSpPr/>
            <p:nvPr/>
          </p:nvSpPr>
          <p:spPr>
            <a:xfrm rot="-514359">
              <a:off x="1117492" y="968204"/>
              <a:ext cx="623340" cy="623404"/>
            </a:xfrm>
            <a:custGeom>
              <a:rect b="b" l="l" r="r" t="t"/>
              <a:pathLst>
                <a:path extrusionOk="0" h="9728" w="9727">
                  <a:moveTo>
                    <a:pt x="1611" y="1"/>
                  </a:moveTo>
                  <a:cubicBezTo>
                    <a:pt x="699" y="1"/>
                    <a:pt x="0" y="730"/>
                    <a:pt x="0" y="1612"/>
                  </a:cubicBezTo>
                  <a:lnTo>
                    <a:pt x="0" y="8116"/>
                  </a:lnTo>
                  <a:cubicBezTo>
                    <a:pt x="0" y="8998"/>
                    <a:pt x="699" y="9727"/>
                    <a:pt x="1611" y="9727"/>
                  </a:cubicBezTo>
                  <a:lnTo>
                    <a:pt x="8085" y="9727"/>
                  </a:lnTo>
                  <a:cubicBezTo>
                    <a:pt x="8997" y="9727"/>
                    <a:pt x="9727" y="8998"/>
                    <a:pt x="9727" y="8116"/>
                  </a:cubicBezTo>
                  <a:lnTo>
                    <a:pt x="9727" y="1612"/>
                  </a:lnTo>
                  <a:cubicBezTo>
                    <a:pt x="9727" y="730"/>
                    <a:pt x="8997" y="1"/>
                    <a:pt x="8085" y="1"/>
                  </a:cubicBezTo>
                  <a:close/>
                </a:path>
              </a:pathLst>
            </a:custGeom>
            <a:noFill/>
            <a:ln cap="flat" cmpd="sng" w="9525">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52"/>
            <p:cNvSpPr/>
            <p:nvPr/>
          </p:nvSpPr>
          <p:spPr>
            <a:xfrm rot="-514359">
              <a:off x="1373904" y="1202490"/>
              <a:ext cx="128616" cy="144188"/>
            </a:xfrm>
            <a:custGeom>
              <a:rect b="b" l="l" r="r" t="t"/>
              <a:pathLst>
                <a:path extrusionOk="0" fill="none" h="2250" w="2007">
                  <a:moveTo>
                    <a:pt x="0" y="92"/>
                  </a:moveTo>
                  <a:lnTo>
                    <a:pt x="0" y="2159"/>
                  </a:lnTo>
                  <a:cubicBezTo>
                    <a:pt x="0" y="2219"/>
                    <a:pt x="61" y="2250"/>
                    <a:pt x="91" y="2219"/>
                  </a:cubicBezTo>
                  <a:lnTo>
                    <a:pt x="1946" y="1186"/>
                  </a:lnTo>
                  <a:cubicBezTo>
                    <a:pt x="2006" y="1156"/>
                    <a:pt x="2006" y="1095"/>
                    <a:pt x="1946" y="1064"/>
                  </a:cubicBezTo>
                  <a:lnTo>
                    <a:pt x="91" y="31"/>
                  </a:lnTo>
                  <a:cubicBezTo>
                    <a:pt x="61" y="1"/>
                    <a:pt x="0" y="31"/>
                    <a:pt x="0" y="92"/>
                  </a:cubicBezTo>
                  <a:close/>
                </a:path>
              </a:pathLst>
            </a:custGeom>
            <a:noFill/>
            <a:ln cap="flat" cmpd="sng" w="9525">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52"/>
            <p:cNvSpPr/>
            <p:nvPr/>
          </p:nvSpPr>
          <p:spPr>
            <a:xfrm rot="-514359">
              <a:off x="1284435" y="1131993"/>
              <a:ext cx="286389" cy="288376"/>
            </a:xfrm>
            <a:custGeom>
              <a:rect b="b" l="l" r="r" t="t"/>
              <a:pathLst>
                <a:path extrusionOk="0" fill="none" h="4500" w="4469">
                  <a:moveTo>
                    <a:pt x="3496" y="4499"/>
                  </a:moveTo>
                  <a:lnTo>
                    <a:pt x="973" y="4499"/>
                  </a:lnTo>
                  <a:cubicBezTo>
                    <a:pt x="426" y="4499"/>
                    <a:pt x="0" y="4044"/>
                    <a:pt x="0" y="3496"/>
                  </a:cubicBezTo>
                  <a:lnTo>
                    <a:pt x="0" y="1004"/>
                  </a:lnTo>
                  <a:cubicBezTo>
                    <a:pt x="0" y="457"/>
                    <a:pt x="426" y="1"/>
                    <a:pt x="973" y="1"/>
                  </a:cubicBezTo>
                  <a:lnTo>
                    <a:pt x="3496" y="1"/>
                  </a:lnTo>
                  <a:cubicBezTo>
                    <a:pt x="4043" y="1"/>
                    <a:pt x="4468" y="457"/>
                    <a:pt x="4468" y="1004"/>
                  </a:cubicBezTo>
                  <a:lnTo>
                    <a:pt x="4468" y="3496"/>
                  </a:lnTo>
                  <a:cubicBezTo>
                    <a:pt x="4468" y="4044"/>
                    <a:pt x="4043" y="4499"/>
                    <a:pt x="3496" y="4499"/>
                  </a:cubicBezTo>
                  <a:close/>
                </a:path>
              </a:pathLst>
            </a:custGeom>
            <a:noFill/>
            <a:ln cap="flat" cmpd="sng" w="9525">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6" name="Google Shape;766;p52"/>
          <p:cNvGrpSpPr/>
          <p:nvPr/>
        </p:nvGrpSpPr>
        <p:grpSpPr>
          <a:xfrm>
            <a:off x="6543922" y="843718"/>
            <a:ext cx="851910" cy="781546"/>
            <a:chOff x="7145197" y="889118"/>
            <a:chExt cx="851910" cy="781546"/>
          </a:xfrm>
        </p:grpSpPr>
        <p:sp>
          <p:nvSpPr>
            <p:cNvPr id="767" name="Google Shape;767;p52"/>
            <p:cNvSpPr/>
            <p:nvPr/>
          </p:nvSpPr>
          <p:spPr>
            <a:xfrm rot="989540">
              <a:off x="7709562" y="1210205"/>
              <a:ext cx="104304" cy="104304"/>
            </a:xfrm>
            <a:custGeom>
              <a:rect b="b" l="l" r="r" t="t"/>
              <a:pathLst>
                <a:path extrusionOk="0" fill="none" h="1855" w="1855">
                  <a:moveTo>
                    <a:pt x="1" y="912"/>
                  </a:moveTo>
                  <a:cubicBezTo>
                    <a:pt x="1" y="426"/>
                    <a:pt x="396" y="0"/>
                    <a:pt x="913" y="0"/>
                  </a:cubicBezTo>
                  <a:cubicBezTo>
                    <a:pt x="1429" y="0"/>
                    <a:pt x="1825" y="395"/>
                    <a:pt x="1855" y="912"/>
                  </a:cubicBezTo>
                  <a:cubicBezTo>
                    <a:pt x="1855" y="1429"/>
                    <a:pt x="1429" y="1824"/>
                    <a:pt x="943" y="1824"/>
                  </a:cubicBezTo>
                  <a:cubicBezTo>
                    <a:pt x="426" y="1854"/>
                    <a:pt x="1" y="1429"/>
                    <a:pt x="1" y="912"/>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52"/>
            <p:cNvSpPr/>
            <p:nvPr/>
          </p:nvSpPr>
          <p:spPr>
            <a:xfrm rot="989540">
              <a:off x="7538656" y="1161368"/>
              <a:ext cx="104304" cy="104304"/>
            </a:xfrm>
            <a:custGeom>
              <a:rect b="b" l="l" r="r" t="t"/>
              <a:pathLst>
                <a:path extrusionOk="0" fill="none" h="1855" w="1855">
                  <a:moveTo>
                    <a:pt x="1" y="913"/>
                  </a:moveTo>
                  <a:cubicBezTo>
                    <a:pt x="1" y="426"/>
                    <a:pt x="426" y="1"/>
                    <a:pt x="913" y="1"/>
                  </a:cubicBezTo>
                  <a:cubicBezTo>
                    <a:pt x="1429" y="1"/>
                    <a:pt x="1855" y="396"/>
                    <a:pt x="1855" y="913"/>
                  </a:cubicBezTo>
                  <a:cubicBezTo>
                    <a:pt x="1855" y="1429"/>
                    <a:pt x="1460" y="1824"/>
                    <a:pt x="943" y="1824"/>
                  </a:cubicBezTo>
                  <a:cubicBezTo>
                    <a:pt x="426" y="1855"/>
                    <a:pt x="1" y="1429"/>
                    <a:pt x="1" y="913"/>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52"/>
            <p:cNvSpPr/>
            <p:nvPr/>
          </p:nvSpPr>
          <p:spPr>
            <a:xfrm rot="989540">
              <a:off x="7367734" y="1112584"/>
              <a:ext cx="104304" cy="104304"/>
            </a:xfrm>
            <a:custGeom>
              <a:rect b="b" l="l" r="r" t="t"/>
              <a:pathLst>
                <a:path extrusionOk="0" fill="none" h="1855" w="1855">
                  <a:moveTo>
                    <a:pt x="31" y="942"/>
                  </a:moveTo>
                  <a:cubicBezTo>
                    <a:pt x="0" y="426"/>
                    <a:pt x="426" y="0"/>
                    <a:pt x="943" y="0"/>
                  </a:cubicBezTo>
                  <a:cubicBezTo>
                    <a:pt x="1429" y="0"/>
                    <a:pt x="1855" y="395"/>
                    <a:pt x="1855" y="912"/>
                  </a:cubicBezTo>
                  <a:cubicBezTo>
                    <a:pt x="1855" y="1429"/>
                    <a:pt x="1459" y="1824"/>
                    <a:pt x="943" y="1824"/>
                  </a:cubicBezTo>
                  <a:cubicBezTo>
                    <a:pt x="426" y="1854"/>
                    <a:pt x="31" y="1429"/>
                    <a:pt x="31" y="942"/>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52"/>
            <p:cNvSpPr/>
            <p:nvPr/>
          </p:nvSpPr>
          <p:spPr>
            <a:xfrm rot="989540">
              <a:off x="7216491" y="977355"/>
              <a:ext cx="709321" cy="605073"/>
            </a:xfrm>
            <a:custGeom>
              <a:rect b="b" l="l" r="r" t="t"/>
              <a:pathLst>
                <a:path extrusionOk="0" fill="none" h="10761" w="12615">
                  <a:moveTo>
                    <a:pt x="2858" y="8451"/>
                  </a:moveTo>
                  <a:lnTo>
                    <a:pt x="5989" y="8420"/>
                  </a:lnTo>
                  <a:cubicBezTo>
                    <a:pt x="6475" y="10396"/>
                    <a:pt x="7995" y="10730"/>
                    <a:pt x="8876" y="10761"/>
                  </a:cubicBezTo>
                  <a:cubicBezTo>
                    <a:pt x="9059" y="10761"/>
                    <a:pt x="9150" y="10518"/>
                    <a:pt x="8998" y="10426"/>
                  </a:cubicBezTo>
                  <a:cubicBezTo>
                    <a:pt x="8025" y="9667"/>
                    <a:pt x="8390" y="8390"/>
                    <a:pt x="8390" y="8390"/>
                  </a:cubicBezTo>
                  <a:lnTo>
                    <a:pt x="9849" y="8390"/>
                  </a:lnTo>
                  <a:cubicBezTo>
                    <a:pt x="11369" y="8360"/>
                    <a:pt x="12615" y="7113"/>
                    <a:pt x="12615" y="5563"/>
                  </a:cubicBezTo>
                  <a:lnTo>
                    <a:pt x="12584" y="2767"/>
                  </a:lnTo>
                  <a:cubicBezTo>
                    <a:pt x="12554" y="1247"/>
                    <a:pt x="11308" y="1"/>
                    <a:pt x="9758" y="1"/>
                  </a:cubicBezTo>
                  <a:lnTo>
                    <a:pt x="2767" y="92"/>
                  </a:lnTo>
                  <a:cubicBezTo>
                    <a:pt x="1247" y="92"/>
                    <a:pt x="1" y="1369"/>
                    <a:pt x="1" y="2888"/>
                  </a:cubicBezTo>
                  <a:lnTo>
                    <a:pt x="31" y="5685"/>
                  </a:lnTo>
                  <a:cubicBezTo>
                    <a:pt x="61" y="7235"/>
                    <a:pt x="1338" y="8481"/>
                    <a:pt x="2858" y="8451"/>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53"/>
          <p:cNvSpPr txBox="1"/>
          <p:nvPr>
            <p:ph type="title"/>
          </p:nvPr>
        </p:nvSpPr>
        <p:spPr>
          <a:xfrm>
            <a:off x="713225" y="657995"/>
            <a:ext cx="7717500" cy="3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DATA PRE-PROCESSING</a:t>
            </a:r>
            <a:endParaRPr/>
          </a:p>
        </p:txBody>
      </p:sp>
      <p:sp>
        <p:nvSpPr>
          <p:cNvPr id="776" name="Google Shape;776;p53"/>
          <p:cNvSpPr txBox="1"/>
          <p:nvPr>
            <p:ph idx="1" type="body"/>
          </p:nvPr>
        </p:nvSpPr>
        <p:spPr>
          <a:xfrm>
            <a:off x="713225" y="1873775"/>
            <a:ext cx="3371400" cy="248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000"/>
              <a:t>TOKENISATION</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LEMMATISATION / STEMMING</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BAG OF WORDS</a:t>
            </a:r>
            <a:endParaRPr b="1"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 sz="2000"/>
              <a:t>REMOVAL OF STOP WORDS</a:t>
            </a:r>
            <a:endParaRPr b="1" sz="2000"/>
          </a:p>
          <a:p>
            <a:pPr indent="0" lvl="0" marL="0" rtl="0" algn="l">
              <a:spcBef>
                <a:spcPts val="0"/>
              </a:spcBef>
              <a:spcAft>
                <a:spcPts val="0"/>
              </a:spcAft>
              <a:buNone/>
            </a:pPr>
            <a:r>
              <a:t/>
            </a:r>
            <a:endParaRPr b="1"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54"/>
          <p:cNvSpPr txBox="1"/>
          <p:nvPr>
            <p:ph idx="1" type="subTitle"/>
          </p:nvPr>
        </p:nvSpPr>
        <p:spPr>
          <a:xfrm>
            <a:off x="713225" y="1952000"/>
            <a:ext cx="3756600" cy="2473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sp>
        <p:nvSpPr>
          <p:cNvPr id="782" name="Google Shape;782;p54"/>
          <p:cNvSpPr txBox="1"/>
          <p:nvPr>
            <p:ph type="title"/>
          </p:nvPr>
        </p:nvSpPr>
        <p:spPr>
          <a:xfrm>
            <a:off x="713225" y="657995"/>
            <a:ext cx="7717500" cy="3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TOKENISATION</a:t>
            </a:r>
            <a:endParaRPr/>
          </a:p>
        </p:txBody>
      </p:sp>
      <p:sp>
        <p:nvSpPr>
          <p:cNvPr id="783" name="Google Shape;783;p54"/>
          <p:cNvSpPr txBox="1"/>
          <p:nvPr>
            <p:ph idx="2" type="subTitle"/>
          </p:nvPr>
        </p:nvSpPr>
        <p:spPr>
          <a:xfrm>
            <a:off x="4674425" y="1952000"/>
            <a:ext cx="3678600" cy="2473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pic>
        <p:nvPicPr>
          <p:cNvPr descr="3 different tokenization scheme: on rules, on punctuaction, on white spaces" id="784" name="Google Shape;784;p54"/>
          <p:cNvPicPr preferRelativeResize="0"/>
          <p:nvPr/>
        </p:nvPicPr>
        <p:blipFill rotWithShape="1">
          <a:blip r:embed="rId3">
            <a:alphaModFix/>
          </a:blip>
          <a:srcRect b="0" l="0" r="0" t="0"/>
          <a:stretch/>
        </p:blipFill>
        <p:spPr>
          <a:xfrm>
            <a:off x="385851" y="1224675"/>
            <a:ext cx="8758149" cy="3568950"/>
          </a:xfrm>
          <a:prstGeom prst="rect">
            <a:avLst/>
          </a:prstGeom>
          <a:solidFill>
            <a:srgbClr val="FFFFFF"/>
          </a:solid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55"/>
          <p:cNvSpPr txBox="1"/>
          <p:nvPr>
            <p:ph type="title"/>
          </p:nvPr>
        </p:nvSpPr>
        <p:spPr>
          <a:xfrm>
            <a:off x="713225" y="200795"/>
            <a:ext cx="7717500" cy="3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STEMMING / </a:t>
            </a:r>
            <a:r>
              <a:rPr lang="en"/>
              <a:t>LEMMATISATION</a:t>
            </a:r>
            <a:endParaRPr/>
          </a:p>
        </p:txBody>
      </p:sp>
      <p:pic>
        <p:nvPicPr>
          <p:cNvPr descr="NLP: Tokenization, Stemming, Lemmatization and Part of Speech Tagging | by  Kerem Kargın | MLearning.ai | Medium" id="790" name="Google Shape;790;p55"/>
          <p:cNvPicPr preferRelativeResize="0"/>
          <p:nvPr/>
        </p:nvPicPr>
        <p:blipFill rotWithShape="1">
          <a:blip r:embed="rId3">
            <a:alphaModFix/>
          </a:blip>
          <a:srcRect b="13897" l="22048" r="24369" t="0"/>
          <a:stretch/>
        </p:blipFill>
        <p:spPr>
          <a:xfrm>
            <a:off x="2134212" y="653125"/>
            <a:ext cx="4914289" cy="44903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pic>
        <p:nvPicPr>
          <p:cNvPr descr="image" id="795" name="Google Shape;795;p56"/>
          <p:cNvPicPr preferRelativeResize="0"/>
          <p:nvPr/>
        </p:nvPicPr>
        <p:blipFill rotWithShape="1">
          <a:blip r:embed="rId3">
            <a:alphaModFix/>
          </a:blip>
          <a:srcRect b="3931" l="3707" r="0" t="3338"/>
          <a:stretch/>
        </p:blipFill>
        <p:spPr>
          <a:xfrm>
            <a:off x="88900" y="917275"/>
            <a:ext cx="9680125" cy="4130975"/>
          </a:xfrm>
          <a:prstGeom prst="rect">
            <a:avLst/>
          </a:prstGeom>
          <a:noFill/>
          <a:ln>
            <a:noFill/>
          </a:ln>
        </p:spPr>
      </p:pic>
      <p:sp>
        <p:nvSpPr>
          <p:cNvPr id="796" name="Google Shape;796;p56"/>
          <p:cNvSpPr txBox="1"/>
          <p:nvPr>
            <p:ph idx="1" type="subTitle"/>
          </p:nvPr>
        </p:nvSpPr>
        <p:spPr>
          <a:xfrm>
            <a:off x="152275" y="460075"/>
            <a:ext cx="3756600" cy="656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800"/>
              <a:t>Also known as Count Vectoriser</a:t>
            </a:r>
            <a:endParaRPr sz="1800"/>
          </a:p>
        </p:txBody>
      </p:sp>
      <p:sp>
        <p:nvSpPr>
          <p:cNvPr id="797" name="Google Shape;797;p56"/>
          <p:cNvSpPr txBox="1"/>
          <p:nvPr>
            <p:ph type="title"/>
          </p:nvPr>
        </p:nvSpPr>
        <p:spPr>
          <a:xfrm>
            <a:off x="713250" y="97070"/>
            <a:ext cx="7717500" cy="3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BAG OF WORDS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57"/>
          <p:cNvSpPr txBox="1"/>
          <p:nvPr>
            <p:ph idx="1" type="body"/>
          </p:nvPr>
        </p:nvSpPr>
        <p:spPr>
          <a:xfrm>
            <a:off x="4921525" y="1698825"/>
            <a:ext cx="3371400" cy="2485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57"/>
          <p:cNvSpPr txBox="1"/>
          <p:nvPr>
            <p:ph type="title"/>
          </p:nvPr>
        </p:nvSpPr>
        <p:spPr>
          <a:xfrm>
            <a:off x="713225" y="48395"/>
            <a:ext cx="7717500" cy="363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STOPWORDS</a:t>
            </a:r>
            <a:endParaRPr/>
          </a:p>
        </p:txBody>
      </p:sp>
      <p:pic>
        <p:nvPicPr>
          <p:cNvPr descr="Why You Should NOT Always Remove Stop Words From URLs" id="804" name="Google Shape;804;p57"/>
          <p:cNvPicPr preferRelativeResize="0"/>
          <p:nvPr>
            <p:ph idx="1" type="body"/>
          </p:nvPr>
        </p:nvPicPr>
        <p:blipFill rotWithShape="1">
          <a:blip r:embed="rId3">
            <a:alphaModFix/>
          </a:blip>
          <a:srcRect b="0" l="0" r="0" t="0"/>
          <a:stretch/>
        </p:blipFill>
        <p:spPr>
          <a:xfrm>
            <a:off x="607549" y="571499"/>
            <a:ext cx="7823100" cy="4572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58"/>
          <p:cNvSpPr/>
          <p:nvPr/>
        </p:nvSpPr>
        <p:spPr>
          <a:xfrm>
            <a:off x="3505600" y="713225"/>
            <a:ext cx="2132787" cy="2132787"/>
          </a:xfrm>
          <a:custGeom>
            <a:rect b="b" l="l" r="r" t="t"/>
            <a:pathLst>
              <a:path extrusionOk="0" h="16384" w="16384">
                <a:moveTo>
                  <a:pt x="5198" y="16384"/>
                </a:moveTo>
                <a:cubicBezTo>
                  <a:pt x="2341" y="16384"/>
                  <a:pt x="1" y="14043"/>
                  <a:pt x="1" y="11186"/>
                </a:cubicBezTo>
                <a:lnTo>
                  <a:pt x="1" y="5198"/>
                </a:lnTo>
                <a:cubicBezTo>
                  <a:pt x="1" y="2341"/>
                  <a:pt x="2341" y="1"/>
                  <a:pt x="5198" y="1"/>
                </a:cubicBezTo>
                <a:lnTo>
                  <a:pt x="11186" y="1"/>
                </a:lnTo>
                <a:cubicBezTo>
                  <a:pt x="14043" y="1"/>
                  <a:pt x="16384" y="2341"/>
                  <a:pt x="16384" y="5198"/>
                </a:cubicBezTo>
                <a:lnTo>
                  <a:pt x="16384" y="11186"/>
                </a:lnTo>
                <a:cubicBezTo>
                  <a:pt x="16384" y="14043"/>
                  <a:pt x="14043" y="16384"/>
                  <a:pt x="11186" y="16384"/>
                </a:cubicBezTo>
                <a:close/>
              </a:path>
            </a:pathLst>
          </a:custGeom>
          <a:gradFill>
            <a:gsLst>
              <a:gs pos="0">
                <a:schemeClr val="accent2"/>
              </a:gs>
              <a:gs pos="100000">
                <a:schemeClr val="accent3"/>
              </a:gs>
            </a:gsLst>
            <a:lin ang="80993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58"/>
          <p:cNvSpPr txBox="1"/>
          <p:nvPr>
            <p:ph type="title"/>
          </p:nvPr>
        </p:nvSpPr>
        <p:spPr>
          <a:xfrm>
            <a:off x="1146900" y="3068936"/>
            <a:ext cx="68502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Let’s Code!</a:t>
            </a:r>
            <a:endParaRPr/>
          </a:p>
        </p:txBody>
      </p:sp>
      <p:sp>
        <p:nvSpPr>
          <p:cNvPr id="811" name="Google Shape;811;p58"/>
          <p:cNvSpPr txBox="1"/>
          <p:nvPr>
            <p:ph idx="2" type="title"/>
          </p:nvPr>
        </p:nvSpPr>
        <p:spPr>
          <a:xfrm>
            <a:off x="3140400" y="925223"/>
            <a:ext cx="2863200" cy="1708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812" name="Google Shape;812;p58"/>
          <p:cNvSpPr txBox="1"/>
          <p:nvPr>
            <p:ph idx="1" type="subTitle"/>
          </p:nvPr>
        </p:nvSpPr>
        <p:spPr>
          <a:xfrm>
            <a:off x="1693800" y="4128264"/>
            <a:ext cx="5756400" cy="6234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t/>
            </a:r>
            <a:endParaRPr/>
          </a:p>
        </p:txBody>
      </p:sp>
      <p:grpSp>
        <p:nvGrpSpPr>
          <p:cNvPr id="813" name="Google Shape;813;p58"/>
          <p:cNvGrpSpPr/>
          <p:nvPr/>
        </p:nvGrpSpPr>
        <p:grpSpPr>
          <a:xfrm>
            <a:off x="1414861" y="1148703"/>
            <a:ext cx="709302" cy="709356"/>
            <a:chOff x="1074511" y="925228"/>
            <a:chExt cx="709302" cy="709356"/>
          </a:xfrm>
        </p:grpSpPr>
        <p:sp>
          <p:nvSpPr>
            <p:cNvPr id="814" name="Google Shape;814;p58"/>
            <p:cNvSpPr/>
            <p:nvPr/>
          </p:nvSpPr>
          <p:spPr>
            <a:xfrm rot="-514359">
              <a:off x="1117492" y="968204"/>
              <a:ext cx="623340" cy="623404"/>
            </a:xfrm>
            <a:custGeom>
              <a:rect b="b" l="l" r="r" t="t"/>
              <a:pathLst>
                <a:path extrusionOk="0" h="9728" w="9727">
                  <a:moveTo>
                    <a:pt x="1611" y="1"/>
                  </a:moveTo>
                  <a:cubicBezTo>
                    <a:pt x="699" y="1"/>
                    <a:pt x="0" y="730"/>
                    <a:pt x="0" y="1612"/>
                  </a:cubicBezTo>
                  <a:lnTo>
                    <a:pt x="0" y="8116"/>
                  </a:lnTo>
                  <a:cubicBezTo>
                    <a:pt x="0" y="8998"/>
                    <a:pt x="699" y="9727"/>
                    <a:pt x="1611" y="9727"/>
                  </a:cubicBezTo>
                  <a:lnTo>
                    <a:pt x="8085" y="9727"/>
                  </a:lnTo>
                  <a:cubicBezTo>
                    <a:pt x="8997" y="9727"/>
                    <a:pt x="9727" y="8998"/>
                    <a:pt x="9727" y="8116"/>
                  </a:cubicBezTo>
                  <a:lnTo>
                    <a:pt x="9727" y="1612"/>
                  </a:lnTo>
                  <a:cubicBezTo>
                    <a:pt x="9727" y="730"/>
                    <a:pt x="8997" y="1"/>
                    <a:pt x="8085" y="1"/>
                  </a:cubicBezTo>
                  <a:close/>
                </a:path>
              </a:pathLst>
            </a:custGeom>
            <a:noFill/>
            <a:ln cap="flat" cmpd="sng" w="9525">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58"/>
            <p:cNvSpPr/>
            <p:nvPr/>
          </p:nvSpPr>
          <p:spPr>
            <a:xfrm rot="-514359">
              <a:off x="1373904" y="1202490"/>
              <a:ext cx="128616" cy="144188"/>
            </a:xfrm>
            <a:custGeom>
              <a:rect b="b" l="l" r="r" t="t"/>
              <a:pathLst>
                <a:path extrusionOk="0" fill="none" h="2250" w="2007">
                  <a:moveTo>
                    <a:pt x="0" y="92"/>
                  </a:moveTo>
                  <a:lnTo>
                    <a:pt x="0" y="2159"/>
                  </a:lnTo>
                  <a:cubicBezTo>
                    <a:pt x="0" y="2219"/>
                    <a:pt x="61" y="2250"/>
                    <a:pt x="91" y="2219"/>
                  </a:cubicBezTo>
                  <a:lnTo>
                    <a:pt x="1946" y="1186"/>
                  </a:lnTo>
                  <a:cubicBezTo>
                    <a:pt x="2006" y="1156"/>
                    <a:pt x="2006" y="1095"/>
                    <a:pt x="1946" y="1064"/>
                  </a:cubicBezTo>
                  <a:lnTo>
                    <a:pt x="91" y="31"/>
                  </a:lnTo>
                  <a:cubicBezTo>
                    <a:pt x="61" y="1"/>
                    <a:pt x="0" y="31"/>
                    <a:pt x="0" y="92"/>
                  </a:cubicBezTo>
                  <a:close/>
                </a:path>
              </a:pathLst>
            </a:custGeom>
            <a:noFill/>
            <a:ln cap="flat" cmpd="sng" w="9525">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58"/>
            <p:cNvSpPr/>
            <p:nvPr/>
          </p:nvSpPr>
          <p:spPr>
            <a:xfrm rot="-514359">
              <a:off x="1284435" y="1131993"/>
              <a:ext cx="286389" cy="288376"/>
            </a:xfrm>
            <a:custGeom>
              <a:rect b="b" l="l" r="r" t="t"/>
              <a:pathLst>
                <a:path extrusionOk="0" fill="none" h="4500" w="4469">
                  <a:moveTo>
                    <a:pt x="3496" y="4499"/>
                  </a:moveTo>
                  <a:lnTo>
                    <a:pt x="973" y="4499"/>
                  </a:lnTo>
                  <a:cubicBezTo>
                    <a:pt x="426" y="4499"/>
                    <a:pt x="0" y="4044"/>
                    <a:pt x="0" y="3496"/>
                  </a:cubicBezTo>
                  <a:lnTo>
                    <a:pt x="0" y="1004"/>
                  </a:lnTo>
                  <a:cubicBezTo>
                    <a:pt x="0" y="457"/>
                    <a:pt x="426" y="1"/>
                    <a:pt x="973" y="1"/>
                  </a:cubicBezTo>
                  <a:lnTo>
                    <a:pt x="3496" y="1"/>
                  </a:lnTo>
                  <a:cubicBezTo>
                    <a:pt x="4043" y="1"/>
                    <a:pt x="4468" y="457"/>
                    <a:pt x="4468" y="1004"/>
                  </a:cubicBezTo>
                  <a:lnTo>
                    <a:pt x="4468" y="3496"/>
                  </a:lnTo>
                  <a:cubicBezTo>
                    <a:pt x="4468" y="4044"/>
                    <a:pt x="4043" y="4499"/>
                    <a:pt x="3496" y="4499"/>
                  </a:cubicBezTo>
                  <a:close/>
                </a:path>
              </a:pathLst>
            </a:custGeom>
            <a:noFill/>
            <a:ln cap="flat" cmpd="sng" w="9525">
              <a:solidFill>
                <a:schemeClr val="accent4"/>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7" name="Google Shape;817;p58"/>
          <p:cNvGrpSpPr/>
          <p:nvPr/>
        </p:nvGrpSpPr>
        <p:grpSpPr>
          <a:xfrm>
            <a:off x="6543922" y="843718"/>
            <a:ext cx="851910" cy="781546"/>
            <a:chOff x="7145197" y="889118"/>
            <a:chExt cx="851910" cy="781546"/>
          </a:xfrm>
        </p:grpSpPr>
        <p:sp>
          <p:nvSpPr>
            <p:cNvPr id="818" name="Google Shape;818;p58"/>
            <p:cNvSpPr/>
            <p:nvPr/>
          </p:nvSpPr>
          <p:spPr>
            <a:xfrm rot="989540">
              <a:off x="7709562" y="1210205"/>
              <a:ext cx="104304" cy="104304"/>
            </a:xfrm>
            <a:custGeom>
              <a:rect b="b" l="l" r="r" t="t"/>
              <a:pathLst>
                <a:path extrusionOk="0" fill="none" h="1855" w="1855">
                  <a:moveTo>
                    <a:pt x="1" y="912"/>
                  </a:moveTo>
                  <a:cubicBezTo>
                    <a:pt x="1" y="426"/>
                    <a:pt x="396" y="0"/>
                    <a:pt x="913" y="0"/>
                  </a:cubicBezTo>
                  <a:cubicBezTo>
                    <a:pt x="1429" y="0"/>
                    <a:pt x="1825" y="395"/>
                    <a:pt x="1855" y="912"/>
                  </a:cubicBezTo>
                  <a:cubicBezTo>
                    <a:pt x="1855" y="1429"/>
                    <a:pt x="1429" y="1824"/>
                    <a:pt x="943" y="1824"/>
                  </a:cubicBezTo>
                  <a:cubicBezTo>
                    <a:pt x="426" y="1854"/>
                    <a:pt x="1" y="1429"/>
                    <a:pt x="1" y="912"/>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58"/>
            <p:cNvSpPr/>
            <p:nvPr/>
          </p:nvSpPr>
          <p:spPr>
            <a:xfrm rot="989540">
              <a:off x="7538656" y="1161368"/>
              <a:ext cx="104304" cy="104304"/>
            </a:xfrm>
            <a:custGeom>
              <a:rect b="b" l="l" r="r" t="t"/>
              <a:pathLst>
                <a:path extrusionOk="0" fill="none" h="1855" w="1855">
                  <a:moveTo>
                    <a:pt x="1" y="913"/>
                  </a:moveTo>
                  <a:cubicBezTo>
                    <a:pt x="1" y="426"/>
                    <a:pt x="426" y="1"/>
                    <a:pt x="913" y="1"/>
                  </a:cubicBezTo>
                  <a:cubicBezTo>
                    <a:pt x="1429" y="1"/>
                    <a:pt x="1855" y="396"/>
                    <a:pt x="1855" y="913"/>
                  </a:cubicBezTo>
                  <a:cubicBezTo>
                    <a:pt x="1855" y="1429"/>
                    <a:pt x="1460" y="1824"/>
                    <a:pt x="943" y="1824"/>
                  </a:cubicBezTo>
                  <a:cubicBezTo>
                    <a:pt x="426" y="1855"/>
                    <a:pt x="1" y="1429"/>
                    <a:pt x="1" y="913"/>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58"/>
            <p:cNvSpPr/>
            <p:nvPr/>
          </p:nvSpPr>
          <p:spPr>
            <a:xfrm rot="989540">
              <a:off x="7367734" y="1112584"/>
              <a:ext cx="104304" cy="104304"/>
            </a:xfrm>
            <a:custGeom>
              <a:rect b="b" l="l" r="r" t="t"/>
              <a:pathLst>
                <a:path extrusionOk="0" fill="none" h="1855" w="1855">
                  <a:moveTo>
                    <a:pt x="31" y="942"/>
                  </a:moveTo>
                  <a:cubicBezTo>
                    <a:pt x="0" y="426"/>
                    <a:pt x="426" y="0"/>
                    <a:pt x="943" y="0"/>
                  </a:cubicBezTo>
                  <a:cubicBezTo>
                    <a:pt x="1429" y="0"/>
                    <a:pt x="1855" y="395"/>
                    <a:pt x="1855" y="912"/>
                  </a:cubicBezTo>
                  <a:cubicBezTo>
                    <a:pt x="1855" y="1429"/>
                    <a:pt x="1459" y="1824"/>
                    <a:pt x="943" y="1824"/>
                  </a:cubicBezTo>
                  <a:cubicBezTo>
                    <a:pt x="426" y="1854"/>
                    <a:pt x="31" y="1429"/>
                    <a:pt x="31" y="942"/>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58"/>
            <p:cNvSpPr/>
            <p:nvPr/>
          </p:nvSpPr>
          <p:spPr>
            <a:xfrm rot="989540">
              <a:off x="7216491" y="977355"/>
              <a:ext cx="709321" cy="605073"/>
            </a:xfrm>
            <a:custGeom>
              <a:rect b="b" l="l" r="r" t="t"/>
              <a:pathLst>
                <a:path extrusionOk="0" fill="none" h="10761" w="12615">
                  <a:moveTo>
                    <a:pt x="2858" y="8451"/>
                  </a:moveTo>
                  <a:lnTo>
                    <a:pt x="5989" y="8420"/>
                  </a:lnTo>
                  <a:cubicBezTo>
                    <a:pt x="6475" y="10396"/>
                    <a:pt x="7995" y="10730"/>
                    <a:pt x="8876" y="10761"/>
                  </a:cubicBezTo>
                  <a:cubicBezTo>
                    <a:pt x="9059" y="10761"/>
                    <a:pt x="9150" y="10518"/>
                    <a:pt x="8998" y="10426"/>
                  </a:cubicBezTo>
                  <a:cubicBezTo>
                    <a:pt x="8025" y="9667"/>
                    <a:pt x="8390" y="8390"/>
                    <a:pt x="8390" y="8390"/>
                  </a:cubicBezTo>
                  <a:lnTo>
                    <a:pt x="9849" y="8390"/>
                  </a:lnTo>
                  <a:cubicBezTo>
                    <a:pt x="11369" y="8360"/>
                    <a:pt x="12615" y="7113"/>
                    <a:pt x="12615" y="5563"/>
                  </a:cubicBezTo>
                  <a:lnTo>
                    <a:pt x="12584" y="2767"/>
                  </a:lnTo>
                  <a:cubicBezTo>
                    <a:pt x="12554" y="1247"/>
                    <a:pt x="11308" y="1"/>
                    <a:pt x="9758" y="1"/>
                  </a:cubicBezTo>
                  <a:lnTo>
                    <a:pt x="2767" y="92"/>
                  </a:lnTo>
                  <a:cubicBezTo>
                    <a:pt x="1247" y="92"/>
                    <a:pt x="1" y="1369"/>
                    <a:pt x="1" y="2888"/>
                  </a:cubicBezTo>
                  <a:lnTo>
                    <a:pt x="31" y="5685"/>
                  </a:lnTo>
                  <a:cubicBezTo>
                    <a:pt x="61" y="7235"/>
                    <a:pt x="1338" y="8481"/>
                    <a:pt x="2858" y="8451"/>
                  </a:cubicBezTo>
                  <a:close/>
                </a:path>
              </a:pathLst>
            </a:custGeom>
            <a:noFill/>
            <a:ln cap="flat" cmpd="sng" w="6850">
              <a:solidFill>
                <a:schemeClr val="accent1"/>
              </a:solidFill>
              <a:prstDash val="solid"/>
              <a:miter lim="30395"/>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orld Usability Day by Slidesgo">
  <a:themeElements>
    <a:clrScheme name="Simple Light">
      <a:dk1>
        <a:srgbClr val="FFFFFF"/>
      </a:dk1>
      <a:lt1>
        <a:srgbClr val="263238"/>
      </a:lt1>
      <a:dk2>
        <a:srgbClr val="595959"/>
      </a:dk2>
      <a:lt2>
        <a:srgbClr val="F3F3F3"/>
      </a:lt2>
      <a:accent1>
        <a:srgbClr val="C52878"/>
      </a:accent1>
      <a:accent2>
        <a:srgbClr val="D36980"/>
      </a:accent2>
      <a:accent3>
        <a:srgbClr val="860CD1"/>
      </a:accent3>
      <a:accent4>
        <a:srgbClr val="63A4D5"/>
      </a:accent4>
      <a:accent5>
        <a:srgbClr val="8BE1E5"/>
      </a:accent5>
      <a:accent6>
        <a:srgbClr val="F7ED8B"/>
      </a:accent6>
      <a:hlink>
        <a:srgbClr val="26323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